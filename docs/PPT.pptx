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3" r:id="rId4"/>
  </p:sldMasterIdLst>
  <p:notesMasterIdLst>
    <p:notesMasterId r:id="rId21"/>
  </p:notesMasterIdLst>
  <p:sldIdLst>
    <p:sldId id="256" r:id="rId5"/>
    <p:sldId id="258" r:id="rId6"/>
    <p:sldId id="277" r:id="rId7"/>
    <p:sldId id="283" r:id="rId8"/>
    <p:sldId id="280" r:id="rId9"/>
    <p:sldId id="285" r:id="rId10"/>
    <p:sldId id="286" r:id="rId11"/>
    <p:sldId id="287" r:id="rId12"/>
    <p:sldId id="288" r:id="rId13"/>
    <p:sldId id="289" r:id="rId14"/>
    <p:sldId id="290" r:id="rId15"/>
    <p:sldId id="262" r:id="rId16"/>
    <p:sldId id="281" r:id="rId17"/>
    <p:sldId id="282"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7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A7CEBB-44BC-8E4C-F830-93FC6A497D8A}" v="351" dt="2024-03-14T02:22:08.598"/>
    <p1510:client id="{77832B31-6C9F-43F0-200C-6767D414B2C1}" v="9" dt="2024-03-14T02:26:15.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3216" autoAdjust="0"/>
  </p:normalViewPr>
  <p:slideViewPr>
    <p:cSldViewPr snapToGrid="0">
      <p:cViewPr varScale="1">
        <p:scale>
          <a:sx n="65" d="100"/>
          <a:sy n="65" d="100"/>
        </p:scale>
        <p:origin x="716" y="44"/>
      </p:cViewPr>
      <p:guideLst>
        <p:guide pos="576"/>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2" d="100"/>
          <a:sy n="62" d="100"/>
        </p:scale>
        <p:origin x="3154"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6347FC-5DA4-4287-B263-EFC0925C1D2E}" type="doc">
      <dgm:prSet loTypeId="urn:microsoft.com/office/officeart/2005/8/layout/arrow5" loCatId="relationship" qsTypeId="urn:microsoft.com/office/officeart/2005/8/quickstyle/simple5" qsCatId="simple" csTypeId="urn:microsoft.com/office/officeart/2005/8/colors/colorful5" csCatId="colorful"/>
      <dgm:spPr/>
      <dgm:t>
        <a:bodyPr/>
        <a:lstStyle/>
        <a:p>
          <a:endParaRPr lang="en-US"/>
        </a:p>
      </dgm:t>
    </dgm:pt>
    <dgm:pt modelId="{C7F201C1-5364-45FC-A8FF-02DD8E25B1E1}">
      <dgm:prSet/>
      <dgm:spPr/>
      <dgm:t>
        <a:bodyPr/>
        <a:lstStyle/>
        <a:p>
          <a:r>
            <a:rPr lang="en-US"/>
            <a:t>Entities: Students, Faculty, Courses, Departments, Classes, Grades, Attendance, Events, etc. - </a:t>
          </a:r>
        </a:p>
      </dgm:t>
    </dgm:pt>
    <dgm:pt modelId="{77ED158F-7D56-42E4-B402-B90E119BED3C}" type="parTrans" cxnId="{7A4BBC7C-DC47-47B6-914E-D8B62798C2F0}">
      <dgm:prSet/>
      <dgm:spPr/>
      <dgm:t>
        <a:bodyPr/>
        <a:lstStyle/>
        <a:p>
          <a:endParaRPr lang="en-US"/>
        </a:p>
      </dgm:t>
    </dgm:pt>
    <dgm:pt modelId="{E03C6ED2-9DC2-4DE5-B4B1-5D5E3C7533D3}" type="sibTrans" cxnId="{7A4BBC7C-DC47-47B6-914E-D8B62798C2F0}">
      <dgm:prSet/>
      <dgm:spPr/>
      <dgm:t>
        <a:bodyPr/>
        <a:lstStyle/>
        <a:p>
          <a:endParaRPr lang="en-US"/>
        </a:p>
      </dgm:t>
    </dgm:pt>
    <dgm:pt modelId="{2FFFF554-7757-4333-8429-C19632631EFA}">
      <dgm:prSet/>
      <dgm:spPr/>
      <dgm:t>
        <a:bodyPr/>
        <a:lstStyle/>
        <a:p>
          <a:r>
            <a:rPr lang="en-US"/>
            <a:t>Relationships: - Students enroll in Courses. - Faculty teach Courses. - Courses belong to Departments. - Students attend Classes. - Grades are assigned to Students in Courses. - Students participate in Events, etc. </a:t>
          </a:r>
        </a:p>
      </dgm:t>
    </dgm:pt>
    <dgm:pt modelId="{1D9F2F82-54C2-4D13-8700-177A9B21F003}" type="parTrans" cxnId="{A7CD934E-6829-4C76-9777-893C5A6F93B0}">
      <dgm:prSet/>
      <dgm:spPr/>
      <dgm:t>
        <a:bodyPr/>
        <a:lstStyle/>
        <a:p>
          <a:endParaRPr lang="en-US"/>
        </a:p>
      </dgm:t>
    </dgm:pt>
    <dgm:pt modelId="{87138BE6-38BF-4435-BFDF-7C6B0F92D1C9}" type="sibTrans" cxnId="{A7CD934E-6829-4C76-9777-893C5A6F93B0}">
      <dgm:prSet/>
      <dgm:spPr/>
      <dgm:t>
        <a:bodyPr/>
        <a:lstStyle/>
        <a:p>
          <a:endParaRPr lang="en-US"/>
        </a:p>
      </dgm:t>
    </dgm:pt>
    <dgm:pt modelId="{71D72DE6-091E-4554-976A-63A6F2C9C2C4}">
      <dgm:prSet/>
      <dgm:spPr/>
      <dgm:t>
        <a:bodyPr/>
        <a:lstStyle/>
        <a:p>
          <a:r>
            <a:rPr lang="en-US"/>
            <a:t>Attributes: Each entity has specific attributes. For example, a Student entity might have attributes like StudentID, Name, Email, Phone, etc.</a:t>
          </a:r>
        </a:p>
      </dgm:t>
    </dgm:pt>
    <dgm:pt modelId="{DF2FFE2B-DA8D-401F-A39D-597E1375BE97}" type="parTrans" cxnId="{679C3D15-3AA2-43A7-8C3E-5BCF41E4B1A6}">
      <dgm:prSet/>
      <dgm:spPr/>
      <dgm:t>
        <a:bodyPr/>
        <a:lstStyle/>
        <a:p>
          <a:endParaRPr lang="en-US"/>
        </a:p>
      </dgm:t>
    </dgm:pt>
    <dgm:pt modelId="{234C66D9-7277-43B5-9613-363D7842043A}" type="sibTrans" cxnId="{679C3D15-3AA2-43A7-8C3E-5BCF41E4B1A6}">
      <dgm:prSet/>
      <dgm:spPr/>
      <dgm:t>
        <a:bodyPr/>
        <a:lstStyle/>
        <a:p>
          <a:endParaRPr lang="en-US"/>
        </a:p>
      </dgm:t>
    </dgm:pt>
    <dgm:pt modelId="{01F3BD19-407E-429D-9AA5-4F87E0E238A9}" type="pres">
      <dgm:prSet presAssocID="{A26347FC-5DA4-4287-B263-EFC0925C1D2E}" presName="diagram" presStyleCnt="0">
        <dgm:presLayoutVars>
          <dgm:dir/>
          <dgm:resizeHandles val="exact"/>
        </dgm:presLayoutVars>
      </dgm:prSet>
      <dgm:spPr/>
      <dgm:t>
        <a:bodyPr/>
        <a:lstStyle/>
        <a:p>
          <a:endParaRPr lang="en-US"/>
        </a:p>
      </dgm:t>
    </dgm:pt>
    <dgm:pt modelId="{000DE1E2-55D3-4BCC-A3DB-3CC5662A48DA}" type="pres">
      <dgm:prSet presAssocID="{C7F201C1-5364-45FC-A8FF-02DD8E25B1E1}" presName="arrow" presStyleLbl="node1" presStyleIdx="0" presStyleCnt="3">
        <dgm:presLayoutVars>
          <dgm:bulletEnabled val="1"/>
        </dgm:presLayoutVars>
      </dgm:prSet>
      <dgm:spPr/>
      <dgm:t>
        <a:bodyPr/>
        <a:lstStyle/>
        <a:p>
          <a:endParaRPr lang="en-US"/>
        </a:p>
      </dgm:t>
    </dgm:pt>
    <dgm:pt modelId="{21206D72-C785-4385-A65D-EA4715DE561F}" type="pres">
      <dgm:prSet presAssocID="{2FFFF554-7757-4333-8429-C19632631EFA}" presName="arrow" presStyleLbl="node1" presStyleIdx="1" presStyleCnt="3">
        <dgm:presLayoutVars>
          <dgm:bulletEnabled val="1"/>
        </dgm:presLayoutVars>
      </dgm:prSet>
      <dgm:spPr/>
      <dgm:t>
        <a:bodyPr/>
        <a:lstStyle/>
        <a:p>
          <a:endParaRPr lang="en-US"/>
        </a:p>
      </dgm:t>
    </dgm:pt>
    <dgm:pt modelId="{D79CEF60-2B9F-435C-97A2-2C0FE52F74F4}" type="pres">
      <dgm:prSet presAssocID="{71D72DE6-091E-4554-976A-63A6F2C9C2C4}" presName="arrow" presStyleLbl="node1" presStyleIdx="2" presStyleCnt="3">
        <dgm:presLayoutVars>
          <dgm:bulletEnabled val="1"/>
        </dgm:presLayoutVars>
      </dgm:prSet>
      <dgm:spPr/>
      <dgm:t>
        <a:bodyPr/>
        <a:lstStyle/>
        <a:p>
          <a:endParaRPr lang="en-US"/>
        </a:p>
      </dgm:t>
    </dgm:pt>
  </dgm:ptLst>
  <dgm:cxnLst>
    <dgm:cxn modelId="{A7CD934E-6829-4C76-9777-893C5A6F93B0}" srcId="{A26347FC-5DA4-4287-B263-EFC0925C1D2E}" destId="{2FFFF554-7757-4333-8429-C19632631EFA}" srcOrd="1" destOrd="0" parTransId="{1D9F2F82-54C2-4D13-8700-177A9B21F003}" sibTransId="{87138BE6-38BF-4435-BFDF-7C6B0F92D1C9}"/>
    <dgm:cxn modelId="{7BAD299B-026F-424B-95A4-1743946E27D4}" type="presOf" srcId="{2FFFF554-7757-4333-8429-C19632631EFA}" destId="{21206D72-C785-4385-A65D-EA4715DE561F}" srcOrd="0" destOrd="0" presId="urn:microsoft.com/office/officeart/2005/8/layout/arrow5"/>
    <dgm:cxn modelId="{C0F7C05E-3AD6-4C7B-A802-407BBA26C4D1}" type="presOf" srcId="{A26347FC-5DA4-4287-B263-EFC0925C1D2E}" destId="{01F3BD19-407E-429D-9AA5-4F87E0E238A9}" srcOrd="0" destOrd="0" presId="urn:microsoft.com/office/officeart/2005/8/layout/arrow5"/>
    <dgm:cxn modelId="{7A4BBC7C-DC47-47B6-914E-D8B62798C2F0}" srcId="{A26347FC-5DA4-4287-B263-EFC0925C1D2E}" destId="{C7F201C1-5364-45FC-A8FF-02DD8E25B1E1}" srcOrd="0" destOrd="0" parTransId="{77ED158F-7D56-42E4-B402-B90E119BED3C}" sibTransId="{E03C6ED2-9DC2-4DE5-B4B1-5D5E3C7533D3}"/>
    <dgm:cxn modelId="{53BFB1F1-670B-494E-AAEA-A116CCE293C5}" type="presOf" srcId="{71D72DE6-091E-4554-976A-63A6F2C9C2C4}" destId="{D79CEF60-2B9F-435C-97A2-2C0FE52F74F4}" srcOrd="0" destOrd="0" presId="urn:microsoft.com/office/officeart/2005/8/layout/arrow5"/>
    <dgm:cxn modelId="{95A2FBBE-D298-412B-A04D-40D5396596A1}" type="presOf" srcId="{C7F201C1-5364-45FC-A8FF-02DD8E25B1E1}" destId="{000DE1E2-55D3-4BCC-A3DB-3CC5662A48DA}" srcOrd="0" destOrd="0" presId="urn:microsoft.com/office/officeart/2005/8/layout/arrow5"/>
    <dgm:cxn modelId="{679C3D15-3AA2-43A7-8C3E-5BCF41E4B1A6}" srcId="{A26347FC-5DA4-4287-B263-EFC0925C1D2E}" destId="{71D72DE6-091E-4554-976A-63A6F2C9C2C4}" srcOrd="2" destOrd="0" parTransId="{DF2FFE2B-DA8D-401F-A39D-597E1375BE97}" sibTransId="{234C66D9-7277-43B5-9613-363D7842043A}"/>
    <dgm:cxn modelId="{F5B952E2-493A-4422-AA7A-416AA878361F}" type="presParOf" srcId="{01F3BD19-407E-429D-9AA5-4F87E0E238A9}" destId="{000DE1E2-55D3-4BCC-A3DB-3CC5662A48DA}" srcOrd="0" destOrd="0" presId="urn:microsoft.com/office/officeart/2005/8/layout/arrow5"/>
    <dgm:cxn modelId="{D60AE887-E30A-413B-B4AE-7033C994240B}" type="presParOf" srcId="{01F3BD19-407E-429D-9AA5-4F87E0E238A9}" destId="{21206D72-C785-4385-A65D-EA4715DE561F}" srcOrd="1" destOrd="0" presId="urn:microsoft.com/office/officeart/2005/8/layout/arrow5"/>
    <dgm:cxn modelId="{A9FE8E0A-6C98-452A-802E-98C53E44A9F0}" type="presParOf" srcId="{01F3BD19-407E-429D-9AA5-4F87E0E238A9}" destId="{D79CEF60-2B9F-435C-97A2-2C0FE52F74F4}" srcOrd="2"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0DE1E2-55D3-4BCC-A3DB-3CC5662A48DA}">
      <dsp:nvSpPr>
        <dsp:cNvPr id="0" name=""/>
        <dsp:cNvSpPr/>
      </dsp:nvSpPr>
      <dsp:spPr>
        <a:xfrm>
          <a:off x="1423612" y="160491"/>
          <a:ext cx="2463446" cy="2463446"/>
        </a:xfrm>
        <a:prstGeom prst="downArrow">
          <a:avLst>
            <a:gd name="adj1" fmla="val 50000"/>
            <a:gd name="adj2" fmla="val 35000"/>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4000"/>
                <a:satMod val="130000"/>
                <a:lumMod val="92000"/>
              </a:schemeClr>
            </a:gs>
            <a:gs pos="100000">
              <a:schemeClr val="accent5">
                <a:hueOff val="0"/>
                <a:satOff val="0"/>
                <a:lumOff val="0"/>
                <a:alphaOff val="0"/>
                <a:shade val="76000"/>
                <a:satMod val="130000"/>
                <a:lumMod val="88000"/>
              </a:schemeClr>
            </a:gs>
          </a:gsLst>
          <a:lin ang="5400000" scaled="0"/>
        </a:gradFill>
        <a:ln>
          <a:noFill/>
        </a:ln>
        <a:effectLst>
          <a:outerShdw blurRad="38100" dist="25400" dir="5400000" rotWithShape="0">
            <a:srgbClr val="000000">
              <a:alpha val="75000"/>
            </a:srgbClr>
          </a:outerShdw>
        </a:effectLst>
        <a:scene3d>
          <a:camera prst="orthographicFront">
            <a:rot lat="0" lon="0" rev="0"/>
          </a:camera>
          <a:lightRig rig="threePt" dir="tl"/>
        </a:scene3d>
        <a:sp3d>
          <a:bevelT w="0" h="0"/>
        </a:sp3d>
      </dsp:spPr>
      <dsp:style>
        <a:lnRef idx="0">
          <a:scrgbClr r="0" g="0" b="0"/>
        </a:lnRef>
        <a:fillRef idx="3">
          <a:scrgbClr r="0" g="0" b="0"/>
        </a:fillRef>
        <a:effectRef idx="3">
          <a:scrgbClr r="0" g="0" b="0"/>
        </a:effectRef>
        <a:fontRef idx="minor">
          <a:schemeClr val="lt1"/>
        </a:fontRef>
      </dsp:style>
      <dsp:txBody>
        <a:bodyPr spcFirstLastPara="0" vert="horz" wrap="square" lIns="71120" tIns="71120" rIns="71120" bIns="71120" numCol="1" spcCol="1270" anchor="ctr" anchorCtr="0">
          <a:noAutofit/>
        </a:bodyPr>
        <a:lstStyle/>
        <a:p>
          <a:pPr lvl="0" algn="ctr" defTabSz="444500">
            <a:lnSpc>
              <a:spcPct val="90000"/>
            </a:lnSpc>
            <a:spcBef>
              <a:spcPct val="0"/>
            </a:spcBef>
            <a:spcAft>
              <a:spcPct val="35000"/>
            </a:spcAft>
          </a:pPr>
          <a:r>
            <a:rPr lang="en-US" sz="1000" kern="1200"/>
            <a:t>Entities: Students, Faculty, Courses, Departments, Classes, Grades, Attendance, Events, etc. - </a:t>
          </a:r>
        </a:p>
      </dsp:txBody>
      <dsp:txXfrm>
        <a:off x="2039474" y="160491"/>
        <a:ext cx="1231723" cy="2032343"/>
      </dsp:txXfrm>
    </dsp:sp>
    <dsp:sp modelId="{21206D72-C785-4385-A65D-EA4715DE561F}">
      <dsp:nvSpPr>
        <dsp:cNvPr id="0" name=""/>
        <dsp:cNvSpPr/>
      </dsp:nvSpPr>
      <dsp:spPr>
        <a:xfrm rot="7200000">
          <a:off x="2846315" y="2624684"/>
          <a:ext cx="2463446" cy="2463446"/>
        </a:xfrm>
        <a:prstGeom prst="downArrow">
          <a:avLst>
            <a:gd name="adj1" fmla="val 50000"/>
            <a:gd name="adj2" fmla="val 35000"/>
          </a:avLst>
        </a:prstGeom>
        <a:gradFill rotWithShape="0">
          <a:gsLst>
            <a:gs pos="0">
              <a:schemeClr val="accent5">
                <a:hueOff val="2501440"/>
                <a:satOff val="1850"/>
                <a:lumOff val="5195"/>
                <a:alphaOff val="0"/>
                <a:tint val="98000"/>
                <a:satMod val="110000"/>
                <a:lumMod val="104000"/>
              </a:schemeClr>
            </a:gs>
            <a:gs pos="69000">
              <a:schemeClr val="accent5">
                <a:hueOff val="2501440"/>
                <a:satOff val="1850"/>
                <a:lumOff val="5195"/>
                <a:alphaOff val="0"/>
                <a:shade val="84000"/>
                <a:satMod val="130000"/>
                <a:lumMod val="92000"/>
              </a:schemeClr>
            </a:gs>
            <a:gs pos="100000">
              <a:schemeClr val="accent5">
                <a:hueOff val="2501440"/>
                <a:satOff val="1850"/>
                <a:lumOff val="5195"/>
                <a:alphaOff val="0"/>
                <a:shade val="76000"/>
                <a:satMod val="130000"/>
                <a:lumMod val="88000"/>
              </a:schemeClr>
            </a:gs>
          </a:gsLst>
          <a:lin ang="5400000" scaled="0"/>
        </a:gradFill>
        <a:ln>
          <a:noFill/>
        </a:ln>
        <a:effectLst>
          <a:outerShdw blurRad="38100" dist="25400" dir="5400000" rotWithShape="0">
            <a:srgbClr val="000000">
              <a:alpha val="75000"/>
            </a:srgbClr>
          </a:outerShdw>
        </a:effectLst>
        <a:scene3d>
          <a:camera prst="orthographicFront">
            <a:rot lat="0" lon="0" rev="0"/>
          </a:camera>
          <a:lightRig rig="threePt" dir="tl"/>
        </a:scene3d>
        <a:sp3d>
          <a:bevelT w="0" h="0"/>
        </a:sp3d>
      </dsp:spPr>
      <dsp:style>
        <a:lnRef idx="0">
          <a:scrgbClr r="0" g="0" b="0"/>
        </a:lnRef>
        <a:fillRef idx="3">
          <a:scrgbClr r="0" g="0" b="0"/>
        </a:fillRef>
        <a:effectRef idx="3">
          <a:scrgbClr r="0" g="0" b="0"/>
        </a:effectRef>
        <a:fontRef idx="minor">
          <a:schemeClr val="lt1"/>
        </a:fontRef>
      </dsp:style>
      <dsp:txBody>
        <a:bodyPr spcFirstLastPara="0" vert="horz" wrap="square" lIns="71120" tIns="71120" rIns="71120" bIns="71120" numCol="1" spcCol="1270" anchor="ctr" anchorCtr="0">
          <a:noAutofit/>
        </a:bodyPr>
        <a:lstStyle/>
        <a:p>
          <a:pPr lvl="0" algn="ctr" defTabSz="444500">
            <a:lnSpc>
              <a:spcPct val="90000"/>
            </a:lnSpc>
            <a:spcBef>
              <a:spcPct val="0"/>
            </a:spcBef>
            <a:spcAft>
              <a:spcPct val="35000"/>
            </a:spcAft>
          </a:pPr>
          <a:r>
            <a:rPr lang="en-US" sz="1000" kern="1200"/>
            <a:t>Relationships: - Students enroll in Courses. - Faculty teach Courses. - Courses belong to Departments. - Students attend Classes. - Grades are assigned to Students in Courses. - Students participate in Events, etc. </a:t>
          </a:r>
        </a:p>
      </dsp:txBody>
      <dsp:txXfrm rot="-5400000">
        <a:off x="3248539" y="3348322"/>
        <a:ext cx="2032343" cy="1231723"/>
      </dsp:txXfrm>
    </dsp:sp>
    <dsp:sp modelId="{D79CEF60-2B9F-435C-97A2-2C0FE52F74F4}">
      <dsp:nvSpPr>
        <dsp:cNvPr id="0" name=""/>
        <dsp:cNvSpPr/>
      </dsp:nvSpPr>
      <dsp:spPr>
        <a:xfrm rot="14400000">
          <a:off x="910" y="2624684"/>
          <a:ext cx="2463446" cy="2463446"/>
        </a:xfrm>
        <a:prstGeom prst="downArrow">
          <a:avLst>
            <a:gd name="adj1" fmla="val 50000"/>
            <a:gd name="adj2" fmla="val 35000"/>
          </a:avLst>
        </a:prstGeom>
        <a:gradFill rotWithShape="0">
          <a:gsLst>
            <a:gs pos="0">
              <a:schemeClr val="accent5">
                <a:hueOff val="5002879"/>
                <a:satOff val="3700"/>
                <a:lumOff val="10391"/>
                <a:alphaOff val="0"/>
                <a:tint val="98000"/>
                <a:satMod val="110000"/>
                <a:lumMod val="104000"/>
              </a:schemeClr>
            </a:gs>
            <a:gs pos="69000">
              <a:schemeClr val="accent5">
                <a:hueOff val="5002879"/>
                <a:satOff val="3700"/>
                <a:lumOff val="10391"/>
                <a:alphaOff val="0"/>
                <a:shade val="84000"/>
                <a:satMod val="130000"/>
                <a:lumMod val="92000"/>
              </a:schemeClr>
            </a:gs>
            <a:gs pos="100000">
              <a:schemeClr val="accent5">
                <a:hueOff val="5002879"/>
                <a:satOff val="3700"/>
                <a:lumOff val="10391"/>
                <a:alphaOff val="0"/>
                <a:shade val="76000"/>
                <a:satMod val="130000"/>
                <a:lumMod val="88000"/>
              </a:schemeClr>
            </a:gs>
          </a:gsLst>
          <a:lin ang="5400000" scaled="0"/>
        </a:gradFill>
        <a:ln>
          <a:noFill/>
        </a:ln>
        <a:effectLst>
          <a:outerShdw blurRad="38100" dist="25400" dir="5400000" rotWithShape="0">
            <a:srgbClr val="000000">
              <a:alpha val="75000"/>
            </a:srgbClr>
          </a:outerShdw>
        </a:effectLst>
        <a:scene3d>
          <a:camera prst="orthographicFront">
            <a:rot lat="0" lon="0" rev="0"/>
          </a:camera>
          <a:lightRig rig="threePt" dir="tl"/>
        </a:scene3d>
        <a:sp3d>
          <a:bevelT w="0" h="0"/>
        </a:sp3d>
      </dsp:spPr>
      <dsp:style>
        <a:lnRef idx="0">
          <a:scrgbClr r="0" g="0" b="0"/>
        </a:lnRef>
        <a:fillRef idx="3">
          <a:scrgbClr r="0" g="0" b="0"/>
        </a:fillRef>
        <a:effectRef idx="3">
          <a:scrgbClr r="0" g="0" b="0"/>
        </a:effectRef>
        <a:fontRef idx="minor">
          <a:schemeClr val="lt1"/>
        </a:fontRef>
      </dsp:style>
      <dsp:txBody>
        <a:bodyPr spcFirstLastPara="0" vert="horz" wrap="square" lIns="71120" tIns="71120" rIns="71120" bIns="71120" numCol="1" spcCol="1270" anchor="ctr" anchorCtr="0">
          <a:noAutofit/>
        </a:bodyPr>
        <a:lstStyle/>
        <a:p>
          <a:pPr lvl="0" algn="ctr" defTabSz="444500">
            <a:lnSpc>
              <a:spcPct val="90000"/>
            </a:lnSpc>
            <a:spcBef>
              <a:spcPct val="0"/>
            </a:spcBef>
            <a:spcAft>
              <a:spcPct val="35000"/>
            </a:spcAft>
          </a:pPr>
          <a:r>
            <a:rPr lang="en-US" sz="1000" kern="1200"/>
            <a:t>Attributes: Each entity has specific attributes. For example, a Student entity might have attributes like StudentID, Name, Email, Phone, etc.</a:t>
          </a:r>
        </a:p>
      </dsp:txBody>
      <dsp:txXfrm rot="5400000">
        <a:off x="29788" y="3348321"/>
        <a:ext cx="2032343" cy="1231723"/>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7FD71-DE7D-47EA-BD5F-935596C85A92}" type="datetimeFigureOut">
              <a:rPr lang="en-US" smtClean="0"/>
              <a:t>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89DD0-1E8D-4B61-ADE9-B87318B81BF8}" type="slidenum">
              <a:rPr lang="en-US" smtClean="0"/>
              <a:t>‹#›</a:t>
            </a:fld>
            <a:endParaRPr lang="en-US" dirty="0"/>
          </a:p>
        </p:txBody>
      </p:sp>
    </p:spTree>
    <p:extLst>
      <p:ext uri="{BB962C8B-B14F-4D97-AF65-F5344CB8AC3E}">
        <p14:creationId xmlns:p14="http://schemas.microsoft.com/office/powerpoint/2010/main" val="231853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B89DD0-1E8D-4B61-ADE9-B87318B81BF8}" type="slidenum">
              <a:rPr lang="en-US" smtClean="0"/>
              <a:t>1</a:t>
            </a:fld>
            <a:endParaRPr lang="en-US" dirty="0"/>
          </a:p>
        </p:txBody>
      </p:sp>
    </p:spTree>
    <p:extLst>
      <p:ext uri="{BB962C8B-B14F-4D97-AF65-F5344CB8AC3E}">
        <p14:creationId xmlns:p14="http://schemas.microsoft.com/office/powerpoint/2010/main" val="3227230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dirty="0"/>
              <a:t>Click to edit Master title style</a:t>
            </a:r>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1/7/2026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60755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18447" y="803186"/>
            <a:ext cx="6281873" cy="5248622"/>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21455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9184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dirty="0"/>
              <a:t>Click to edit Master title style</a:t>
            </a:r>
          </a:p>
        </p:txBody>
      </p:sp>
      <p:sp>
        <p:nvSpPr>
          <p:cNvPr id="3" name="Content Placeholder 2"/>
          <p:cNvSpPr>
            <a:spLocks noGrp="1"/>
          </p:cNvSpPr>
          <p:nvPr>
            <p:ph sz="half" idx="1"/>
          </p:nvPr>
        </p:nvSpPr>
        <p:spPr>
          <a:xfrm>
            <a:off x="5120878" y="803187"/>
            <a:ext cx="6269591" cy="238265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18447" y="3672162"/>
            <a:ext cx="6272022" cy="23835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04347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968080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29316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5111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09983" y="802809"/>
            <a:ext cx="6275035" cy="5249940"/>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92420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dirty="0"/>
              <a:t>Click to edit Master title style</a:t>
            </a:r>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2346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5510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219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44DF764D-A077-4BED-ABF1-8DF341BC85D7}"/>
              </a:ext>
            </a:extLst>
          </p:cNvPr>
          <p:cNvSpPr>
            <a:spLocks noGrp="1"/>
          </p:cNvSpPr>
          <p:nvPr>
            <p:ph type="pic" sz="quarter" idx="10"/>
          </p:nvPr>
        </p:nvSpPr>
        <p:spPr>
          <a:xfrm>
            <a:off x="458724" y="411480"/>
            <a:ext cx="11274552" cy="6035040"/>
          </a:xfrm>
          <a:solidFill>
            <a:schemeClr val="accent1"/>
          </a:solidFill>
        </p:spPr>
        <p:txBody>
          <a:bodyPr/>
          <a:lstStyle/>
          <a:p>
            <a:endParaRPr lang="en-US" dirty="0"/>
          </a:p>
        </p:txBody>
      </p:sp>
      <p:sp>
        <p:nvSpPr>
          <p:cNvPr id="2" name="Title 1">
            <a:extLst>
              <a:ext uri="{FF2B5EF4-FFF2-40B4-BE49-F238E27FC236}">
                <a16:creationId xmlns="" xmlns:a16="http://schemas.microsoft.com/office/drawing/2014/main" id="{494248F2-5264-4601-AA0B-6C092F77F2DD}"/>
              </a:ext>
            </a:extLst>
          </p:cNvPr>
          <p:cNvSpPr>
            <a:spLocks noGrp="1"/>
          </p:cNvSpPr>
          <p:nvPr>
            <p:ph type="ctrTitle" hasCustomPrompt="1"/>
          </p:nvPr>
        </p:nvSpPr>
        <p:spPr>
          <a:xfrm>
            <a:off x="458724" y="3236493"/>
            <a:ext cx="5149596" cy="1448385"/>
          </a:xfrm>
          <a:solidFill>
            <a:schemeClr val="bg1">
              <a:alpha val="80000"/>
            </a:schemeClr>
          </a:solidFill>
        </p:spPr>
        <p:txBody>
          <a:bodyPr lIns="502920" bIns="137160" anchor="b">
            <a:normAutofit/>
          </a:bodyPr>
          <a:lstStyle>
            <a:lvl1pPr algn="l">
              <a:defRPr sz="3600">
                <a:solidFill>
                  <a:schemeClr val="bg2">
                    <a:lumMod val="50000"/>
                  </a:schemeClr>
                </a:solidFill>
              </a:defRPr>
            </a:lvl1pPr>
          </a:lstStyle>
          <a:p>
            <a:r>
              <a:rPr lang="en-US" dirty="0"/>
              <a:t>CLICK TO ADD TITLE</a:t>
            </a:r>
          </a:p>
        </p:txBody>
      </p:sp>
      <p:sp>
        <p:nvSpPr>
          <p:cNvPr id="3" name="Subtitle 2">
            <a:extLst>
              <a:ext uri="{FF2B5EF4-FFF2-40B4-BE49-F238E27FC236}">
                <a16:creationId xmlns="" xmlns:a16="http://schemas.microsoft.com/office/drawing/2014/main" id="{DCFB69D3-5632-4285-A209-9DCA67DA668C}"/>
              </a:ext>
            </a:extLst>
          </p:cNvPr>
          <p:cNvSpPr>
            <a:spLocks noGrp="1"/>
          </p:cNvSpPr>
          <p:nvPr>
            <p:ph type="subTitle" idx="1"/>
          </p:nvPr>
        </p:nvSpPr>
        <p:spPr>
          <a:xfrm>
            <a:off x="458724" y="4684879"/>
            <a:ext cx="5149596" cy="524794"/>
          </a:xfrm>
          <a:solidFill>
            <a:schemeClr val="bg1">
              <a:alpha val="80000"/>
            </a:schemeClr>
          </a:solidFill>
        </p:spPr>
        <p:txBody>
          <a:bodyPr lIns="502920">
            <a:normAutofit/>
          </a:bodyPr>
          <a:lstStyle>
            <a:lvl1pPr marL="0" indent="0" algn="l">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35052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A556C8C1-E81C-436D-A310-A71CAAE33A17}"/>
              </a:ext>
              <a:ext uri="{C183D7F6-B498-43B3-948B-1728B52AA6E4}">
                <adec:decorative xmlns="" xmlns:adec="http://schemas.microsoft.com/office/drawing/2017/decorative" val="1"/>
              </a:ext>
            </a:extLst>
          </p:cNvPr>
          <p:cNvSpPr/>
          <p:nvPr userDrawn="1"/>
        </p:nvSpPr>
        <p:spPr>
          <a:xfrm>
            <a:off x="6286500" y="946404"/>
            <a:ext cx="5486400" cy="4965192"/>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20B5ED18-7A07-47F1-8056-CD86B076AFE2}"/>
              </a:ext>
            </a:extLst>
          </p:cNvPr>
          <p:cNvSpPr>
            <a:spLocks noGrp="1"/>
          </p:cNvSpPr>
          <p:nvPr>
            <p:ph type="title" hasCustomPrompt="1"/>
          </p:nvPr>
        </p:nvSpPr>
        <p:spPr>
          <a:xfrm>
            <a:off x="457199" y="2103120"/>
            <a:ext cx="3848101" cy="1325563"/>
          </a:xfrm>
        </p:spPr>
        <p:txBody>
          <a:bodyPr anchor="b" anchorCtr="0">
            <a:normAutofit/>
          </a:bodyPr>
          <a:lstStyle>
            <a:lvl1pPr>
              <a:defRPr sz="3600">
                <a:solidFill>
                  <a:schemeClr val="bg2">
                    <a:lumMod val="50000"/>
                  </a:schemeClr>
                </a:solidFill>
              </a:defRPr>
            </a:lvl1pPr>
          </a:lstStyle>
          <a:p>
            <a:r>
              <a:rPr lang="en-US" dirty="0"/>
              <a:t>CLICK TO ADD TITLE</a:t>
            </a:r>
          </a:p>
        </p:txBody>
      </p:sp>
      <p:sp>
        <p:nvSpPr>
          <p:cNvPr id="13" name="Picture Placeholder 12">
            <a:extLst>
              <a:ext uri="{FF2B5EF4-FFF2-40B4-BE49-F238E27FC236}">
                <a16:creationId xmlns="" xmlns:a16="http://schemas.microsoft.com/office/drawing/2014/main" id="{428B1CE2-91FA-4E2B-8543-3B0F79B4801D}"/>
              </a:ext>
            </a:extLst>
          </p:cNvPr>
          <p:cNvSpPr>
            <a:spLocks noGrp="1"/>
          </p:cNvSpPr>
          <p:nvPr>
            <p:ph type="pic" sz="quarter" idx="15"/>
          </p:nvPr>
        </p:nvSpPr>
        <p:spPr>
          <a:xfrm>
            <a:off x="4697421" y="1600200"/>
            <a:ext cx="2743199" cy="3657600"/>
          </a:xfrm>
          <a:solidFill>
            <a:schemeClr val="accent1"/>
          </a:solidFill>
        </p:spPr>
        <p:txBody>
          <a:bodyPr/>
          <a:lstStyle/>
          <a:p>
            <a:endParaRPr lang="en-US" dirty="0"/>
          </a:p>
        </p:txBody>
      </p:sp>
      <p:sp>
        <p:nvSpPr>
          <p:cNvPr id="10" name="Text Placeholder 6">
            <a:extLst>
              <a:ext uri="{FF2B5EF4-FFF2-40B4-BE49-F238E27FC236}">
                <a16:creationId xmlns="" xmlns:a16="http://schemas.microsoft.com/office/drawing/2014/main" id="{0F7B6DF9-E76A-44ED-B84C-1391CD5D5592}"/>
              </a:ext>
            </a:extLst>
          </p:cNvPr>
          <p:cNvSpPr>
            <a:spLocks noGrp="1"/>
          </p:cNvSpPr>
          <p:nvPr>
            <p:ph type="body" sz="quarter" idx="16"/>
          </p:nvPr>
        </p:nvSpPr>
        <p:spPr>
          <a:xfrm>
            <a:off x="8312614" y="1893262"/>
            <a:ext cx="2743200" cy="3071477"/>
          </a:xfrm>
        </p:spPr>
        <p:txBody>
          <a:bodyPr anchor="ctr" anchorCtr="0">
            <a:normAutofit/>
          </a:bodyPr>
          <a:lstStyle>
            <a:lvl1pPr marL="285750" indent="-285750">
              <a:lnSpc>
                <a:spcPct val="100000"/>
              </a:lnSpc>
              <a:buFont typeface="Arial" panose="020B0604020202020204" pitchFamily="34" charset="0"/>
              <a:buChar char="•"/>
              <a:defRPr sz="1800">
                <a:solidFill>
                  <a:schemeClr val="tx1">
                    <a:lumMod val="75000"/>
                    <a:lumOff val="25000"/>
                  </a:schemeClr>
                </a:solidFill>
              </a:defRPr>
            </a:lvl1pPr>
            <a:lvl2pPr marL="742950" indent="-285750">
              <a:lnSpc>
                <a:spcPct val="100000"/>
              </a:lnSpc>
              <a:buFont typeface="Arial" panose="020B0604020202020204" pitchFamily="34" charset="0"/>
              <a:buChar char="•"/>
              <a:defRPr sz="2000"/>
            </a:lvl2pPr>
            <a:lvl3pPr marL="1200150" indent="-285750">
              <a:lnSpc>
                <a:spcPct val="100000"/>
              </a:lnSpc>
              <a:buFont typeface="Arial" panose="020B0604020202020204" pitchFamily="34" charset="0"/>
              <a:buChar char="•"/>
              <a:defRPr sz="2000"/>
            </a:lvl3pPr>
            <a:lvl4pPr marL="1657350" indent="-285750">
              <a:lnSpc>
                <a:spcPct val="100000"/>
              </a:lnSpc>
              <a:buFont typeface="Arial" panose="020B0604020202020204" pitchFamily="34" charset="0"/>
              <a:buChar char="•"/>
              <a:defRPr sz="2000"/>
            </a:lvl4pPr>
            <a:lvl5pPr marL="2114550" indent="-285750">
              <a:lnSpc>
                <a:spcPct val="100000"/>
              </a:lnSpc>
              <a:buFont typeface="Arial" panose="020B0604020202020204" pitchFamily="34" charset="0"/>
              <a:buChar char="•"/>
              <a:defRPr sz="2000"/>
            </a:lvl5pPr>
          </a:lstStyle>
          <a:p>
            <a:pPr lvl="0"/>
            <a:r>
              <a:rPr lang="en-US" dirty="0"/>
              <a:t>Click to edit Master text styles</a:t>
            </a:r>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7" name="Freeform: Shape 6">
            <a:extLst>
              <a:ext uri="{FF2B5EF4-FFF2-40B4-BE49-F238E27FC236}">
                <a16:creationId xmlns="" xmlns:a16="http://schemas.microsoft.com/office/drawing/2014/main" id="{4ECB9306-A7FD-4B22-8E8A-E0B8D7862BCE}"/>
              </a:ext>
              <a:ext uri="{C183D7F6-B498-43B3-948B-1728B52AA6E4}">
                <adec:decorative xmlns="" xmlns:adec="http://schemas.microsoft.com/office/drawing/2017/decorative" val="1"/>
              </a:ext>
            </a:extLst>
          </p:cNvPr>
          <p:cNvSpPr/>
          <p:nvPr userDrawn="1"/>
        </p:nvSpPr>
        <p:spPr>
          <a:xfrm rot="13547565" flipH="1">
            <a:off x="624728" y="3747150"/>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3372338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B5ED18-7A07-47F1-8056-CD86B076AFE2}"/>
              </a:ext>
            </a:extLst>
          </p:cNvPr>
          <p:cNvSpPr>
            <a:spLocks noGrp="1"/>
          </p:cNvSpPr>
          <p:nvPr>
            <p:ph type="title" hasCustomPrompt="1"/>
          </p:nvPr>
        </p:nvSpPr>
        <p:spPr>
          <a:xfrm>
            <a:off x="6312583" y="2102720"/>
            <a:ext cx="5422217" cy="1325563"/>
          </a:xfrm>
        </p:spPr>
        <p:txBody>
          <a:bodyPr anchor="b" anchorCtr="0">
            <a:normAutofit/>
          </a:bodyPr>
          <a:lstStyle>
            <a:lvl1pPr>
              <a:defRPr sz="3600">
                <a:solidFill>
                  <a:schemeClr val="bg2">
                    <a:lumMod val="50000"/>
                  </a:schemeClr>
                </a:solidFill>
              </a:defRPr>
            </a:lvl1pPr>
          </a:lstStyle>
          <a:p>
            <a:r>
              <a:rPr lang="en-US" dirty="0"/>
              <a:t>CLICK TO ADD TITLE</a:t>
            </a:r>
          </a:p>
        </p:txBody>
      </p:sp>
      <p:sp>
        <p:nvSpPr>
          <p:cNvPr id="13" name="Picture Placeholder 12">
            <a:extLst>
              <a:ext uri="{FF2B5EF4-FFF2-40B4-BE49-F238E27FC236}">
                <a16:creationId xmlns="" xmlns:a16="http://schemas.microsoft.com/office/drawing/2014/main" id="{428B1CE2-91FA-4E2B-8543-3B0F79B4801D}"/>
              </a:ext>
            </a:extLst>
          </p:cNvPr>
          <p:cNvSpPr>
            <a:spLocks noGrp="1"/>
          </p:cNvSpPr>
          <p:nvPr>
            <p:ph type="pic" sz="quarter" idx="15"/>
          </p:nvPr>
        </p:nvSpPr>
        <p:spPr>
          <a:xfrm>
            <a:off x="457200" y="1143000"/>
            <a:ext cx="5486400" cy="4572000"/>
          </a:xfrm>
          <a:solidFill>
            <a:schemeClr val="accent1"/>
          </a:solidFill>
        </p:spPr>
        <p:txBody>
          <a:bodyPr/>
          <a:lstStyle/>
          <a:p>
            <a:endParaRPr lang="en-US" dirty="0"/>
          </a:p>
        </p:txBody>
      </p:sp>
      <p:sp>
        <p:nvSpPr>
          <p:cNvPr id="7" name="Text Placeholder 6">
            <a:extLst>
              <a:ext uri="{FF2B5EF4-FFF2-40B4-BE49-F238E27FC236}">
                <a16:creationId xmlns="" xmlns:a16="http://schemas.microsoft.com/office/drawing/2014/main" id="{24C2C3F7-8611-4C35-8251-0FD61D72D6B9}"/>
              </a:ext>
            </a:extLst>
          </p:cNvPr>
          <p:cNvSpPr>
            <a:spLocks noGrp="1"/>
          </p:cNvSpPr>
          <p:nvPr>
            <p:ph type="body" sz="quarter" idx="13"/>
          </p:nvPr>
        </p:nvSpPr>
        <p:spPr>
          <a:xfrm>
            <a:off x="6309360" y="3500407"/>
            <a:ext cx="4572000" cy="1888373"/>
          </a:xfrm>
        </p:spPr>
        <p:txBody>
          <a:bodyPr>
            <a:normAutofit/>
          </a:bodyPr>
          <a:lstStyle>
            <a:lvl1pPr marL="0" indent="0">
              <a:lnSpc>
                <a:spcPts val="2400"/>
              </a:lnSpc>
              <a:buFont typeface="Arial" panose="020B0604020202020204" pitchFamily="34" charset="0"/>
              <a:buNone/>
              <a:defRPr sz="1400" spc="30" baseline="0">
                <a:solidFill>
                  <a:schemeClr val="bg2">
                    <a:lumMod val="50000"/>
                  </a:schemeClr>
                </a:solidFill>
              </a:defRPr>
            </a:lvl1pPr>
            <a:lvl2pPr marL="457200" indent="0">
              <a:lnSpc>
                <a:spcPts val="2400"/>
              </a:lnSpc>
              <a:buFont typeface="Arial" panose="020B0604020202020204" pitchFamily="34" charset="0"/>
              <a:buNone/>
              <a:defRPr sz="1400" spc="30" baseline="0">
                <a:solidFill>
                  <a:schemeClr val="bg2">
                    <a:lumMod val="50000"/>
                  </a:schemeClr>
                </a:solidFill>
              </a:defRPr>
            </a:lvl2pPr>
            <a:lvl3pPr marL="914400" indent="0">
              <a:lnSpc>
                <a:spcPts val="2400"/>
              </a:lnSpc>
              <a:buFont typeface="Arial" panose="020B0604020202020204" pitchFamily="34" charset="0"/>
              <a:buNone/>
              <a:defRPr sz="1400" spc="30" baseline="0">
                <a:solidFill>
                  <a:schemeClr val="bg2">
                    <a:lumMod val="50000"/>
                  </a:schemeClr>
                </a:solidFill>
              </a:defRPr>
            </a:lvl3pPr>
            <a:lvl4pPr marL="1371600" indent="0">
              <a:lnSpc>
                <a:spcPts val="2400"/>
              </a:lnSpc>
              <a:buFont typeface="Arial" panose="020B0604020202020204" pitchFamily="34" charset="0"/>
              <a:buNone/>
              <a:defRPr sz="1400" spc="30" baseline="0">
                <a:solidFill>
                  <a:schemeClr val="bg2">
                    <a:lumMod val="50000"/>
                  </a:schemeClr>
                </a:solidFill>
              </a:defRPr>
            </a:lvl4pPr>
            <a:lvl5pPr marL="1828800" indent="0">
              <a:lnSpc>
                <a:spcPts val="2400"/>
              </a:lnSpc>
              <a:buFont typeface="Arial" panose="020B0604020202020204" pitchFamily="34" charset="0"/>
              <a:buNone/>
              <a:defRPr sz="1400" spc="30" baseline="0">
                <a:solidFill>
                  <a:schemeClr val="bg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75765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44DF764D-A077-4BED-ABF1-8DF341BC85D7}"/>
              </a:ext>
            </a:extLst>
          </p:cNvPr>
          <p:cNvSpPr>
            <a:spLocks noGrp="1"/>
          </p:cNvSpPr>
          <p:nvPr>
            <p:ph type="pic" sz="quarter" idx="10"/>
          </p:nvPr>
        </p:nvSpPr>
        <p:spPr>
          <a:xfrm>
            <a:off x="1524" y="-2"/>
            <a:ext cx="12188952" cy="4572000"/>
          </a:xfrm>
          <a:solidFill>
            <a:schemeClr val="accent1"/>
          </a:solidFill>
        </p:spPr>
        <p:txBody>
          <a:bodyPr/>
          <a:lstStyle/>
          <a:p>
            <a:endParaRPr lang="en-US" dirty="0"/>
          </a:p>
        </p:txBody>
      </p:sp>
      <p:sp>
        <p:nvSpPr>
          <p:cNvPr id="2" name="Title 1">
            <a:extLst>
              <a:ext uri="{FF2B5EF4-FFF2-40B4-BE49-F238E27FC236}">
                <a16:creationId xmlns="" xmlns:a16="http://schemas.microsoft.com/office/drawing/2014/main" id="{494248F2-5264-4601-AA0B-6C092F77F2DD}"/>
              </a:ext>
            </a:extLst>
          </p:cNvPr>
          <p:cNvSpPr>
            <a:spLocks noGrp="1"/>
          </p:cNvSpPr>
          <p:nvPr>
            <p:ph type="ctrTitle" hasCustomPrompt="1"/>
          </p:nvPr>
        </p:nvSpPr>
        <p:spPr>
          <a:xfrm>
            <a:off x="1524000" y="4667250"/>
            <a:ext cx="9144000" cy="1212182"/>
          </a:xfrm>
        </p:spPr>
        <p:txBody>
          <a:bodyPr anchor="b">
            <a:normAutofit/>
          </a:bodyPr>
          <a:lstStyle>
            <a:lvl1pPr algn="ctr">
              <a:defRPr sz="3600">
                <a:solidFill>
                  <a:schemeClr val="bg2">
                    <a:lumMod val="50000"/>
                  </a:schemeClr>
                </a:solidFill>
              </a:defRPr>
            </a:lvl1pPr>
          </a:lstStyle>
          <a:p>
            <a:r>
              <a:rPr lang="en-US" dirty="0"/>
              <a:t>CLICK TO ADD TITLE</a:t>
            </a:r>
          </a:p>
        </p:txBody>
      </p:sp>
      <p:sp>
        <p:nvSpPr>
          <p:cNvPr id="3" name="Subtitle 2">
            <a:extLst>
              <a:ext uri="{FF2B5EF4-FFF2-40B4-BE49-F238E27FC236}">
                <a16:creationId xmlns="" xmlns:a16="http://schemas.microsoft.com/office/drawing/2014/main" id="{DCFB69D3-5632-4285-A209-9DCA67DA668C}"/>
              </a:ext>
            </a:extLst>
          </p:cNvPr>
          <p:cNvSpPr>
            <a:spLocks noGrp="1"/>
          </p:cNvSpPr>
          <p:nvPr>
            <p:ph type="subTitle" idx="1"/>
          </p:nvPr>
        </p:nvSpPr>
        <p:spPr>
          <a:xfrm>
            <a:off x="1524000" y="5971507"/>
            <a:ext cx="9144000" cy="524794"/>
          </a:xfrm>
        </p:spPr>
        <p:txBody>
          <a:bodyPr>
            <a:normAutofit/>
          </a:bodyPr>
          <a:lstStyle>
            <a:lvl1pPr marL="0" indent="0" algn="ctr">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00020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Picture Placeholder 9">
            <a:extLst>
              <a:ext uri="{FF2B5EF4-FFF2-40B4-BE49-F238E27FC236}">
                <a16:creationId xmlns="" xmlns:a16="http://schemas.microsoft.com/office/drawing/2014/main" id="{FDFBA353-19B1-4A04-A7EE-345F93C189D4}"/>
              </a:ext>
            </a:extLst>
          </p:cNvPr>
          <p:cNvSpPr>
            <a:spLocks noGrp="1"/>
          </p:cNvSpPr>
          <p:nvPr>
            <p:ph type="pic" sz="quarter" idx="13"/>
          </p:nvPr>
        </p:nvSpPr>
        <p:spPr>
          <a:xfrm>
            <a:off x="6232491" y="946404"/>
            <a:ext cx="5486400" cy="4965192"/>
          </a:xfrm>
          <a:solidFill>
            <a:schemeClr val="accent1"/>
          </a:solidFill>
        </p:spPr>
        <p:txBody>
          <a:bodyPr/>
          <a:lstStyle/>
          <a:p>
            <a:endParaRPr lang="en-US" dirty="0"/>
          </a:p>
        </p:txBody>
      </p:sp>
      <p:sp>
        <p:nvSpPr>
          <p:cNvPr id="2" name="Title 1">
            <a:extLst>
              <a:ext uri="{FF2B5EF4-FFF2-40B4-BE49-F238E27FC236}">
                <a16:creationId xmlns="" xmlns:a16="http://schemas.microsoft.com/office/drawing/2014/main" id="{EDC4857A-B6DC-4F0A-AD6B-243F6C085554}"/>
              </a:ext>
            </a:extLst>
          </p:cNvPr>
          <p:cNvSpPr>
            <a:spLocks noGrp="1"/>
          </p:cNvSpPr>
          <p:nvPr>
            <p:ph type="title" hasCustomPrompt="1"/>
          </p:nvPr>
        </p:nvSpPr>
        <p:spPr>
          <a:xfrm>
            <a:off x="473109" y="2386584"/>
            <a:ext cx="4315968" cy="2084832"/>
          </a:xfrm>
        </p:spPr>
        <p:txBody>
          <a:bodyPr anchor="t">
            <a:normAutofit/>
          </a:bodyPr>
          <a:lstStyle>
            <a:lvl1pPr>
              <a:defRPr sz="3400" spc="0" baseline="0">
                <a:solidFill>
                  <a:schemeClr val="bg2">
                    <a:lumMod val="75000"/>
                  </a:schemeClr>
                </a:solidFill>
              </a:defRPr>
            </a:lvl1pPr>
          </a:lstStyle>
          <a:p>
            <a:r>
              <a:rPr lang="en-US" dirty="0"/>
              <a:t>Click to add title</a:t>
            </a:r>
          </a:p>
        </p:txBody>
      </p:sp>
      <p:sp>
        <p:nvSpPr>
          <p:cNvPr id="13" name="Text Placeholder 6">
            <a:extLst>
              <a:ext uri="{FF2B5EF4-FFF2-40B4-BE49-F238E27FC236}">
                <a16:creationId xmlns="" xmlns:a16="http://schemas.microsoft.com/office/drawing/2014/main" id="{D8717D35-8E1B-4C94-BA72-91D4DCA6576C}"/>
              </a:ext>
            </a:extLst>
          </p:cNvPr>
          <p:cNvSpPr>
            <a:spLocks noGrp="1"/>
          </p:cNvSpPr>
          <p:nvPr>
            <p:ph type="body" sz="quarter" idx="15" hasCustomPrompt="1"/>
          </p:nvPr>
        </p:nvSpPr>
        <p:spPr>
          <a:xfrm>
            <a:off x="457200" y="4471416"/>
            <a:ext cx="3584448" cy="637674"/>
          </a:xfrm>
        </p:spPr>
        <p:txBody>
          <a:bodyPr anchor="ctr" anchorCtr="0">
            <a:normAutofit/>
          </a:bodyPr>
          <a:lstStyle>
            <a:lvl1pPr marL="0" indent="0">
              <a:lnSpc>
                <a:spcPct val="100000"/>
              </a:lnSpc>
              <a:buFont typeface="Arial" panose="020B0604020202020204" pitchFamily="34" charset="0"/>
              <a:buNone/>
              <a:defRPr sz="1600" spc="100" baseline="0">
                <a:solidFill>
                  <a:schemeClr val="bg2">
                    <a:lumMod val="50000"/>
                  </a:schemeClr>
                </a:solidFill>
                <a:latin typeface="+mn-lt"/>
              </a:defRPr>
            </a:lvl1pPr>
            <a:lvl2pPr marL="457200" indent="0">
              <a:lnSpc>
                <a:spcPct val="100000"/>
              </a:lnSpc>
              <a:buFont typeface="Arial" panose="020B0604020202020204" pitchFamily="34" charset="0"/>
              <a:buNone/>
              <a:defRPr sz="2000">
                <a:latin typeface="+mj-lt"/>
              </a:defRPr>
            </a:lvl2pPr>
            <a:lvl3pPr marL="914400" indent="0">
              <a:lnSpc>
                <a:spcPct val="100000"/>
              </a:lnSpc>
              <a:buFont typeface="Arial" panose="020B0604020202020204" pitchFamily="34" charset="0"/>
              <a:buNone/>
              <a:defRPr sz="2000">
                <a:latin typeface="+mj-lt"/>
              </a:defRPr>
            </a:lvl3pPr>
            <a:lvl4pPr marL="1371600" indent="0">
              <a:lnSpc>
                <a:spcPct val="100000"/>
              </a:lnSpc>
              <a:buFont typeface="Arial" panose="020B0604020202020204" pitchFamily="34" charset="0"/>
              <a:buNone/>
              <a:defRPr sz="2000">
                <a:latin typeface="+mj-lt"/>
              </a:defRPr>
            </a:lvl4pPr>
            <a:lvl5pPr marL="1828800" indent="0">
              <a:lnSpc>
                <a:spcPct val="100000"/>
              </a:lnSpc>
              <a:buFont typeface="Arial" panose="020B0604020202020204" pitchFamily="34" charset="0"/>
              <a:buNone/>
              <a:defRPr sz="2000">
                <a:latin typeface="+mj-lt"/>
              </a:defRPr>
            </a:lvl5pPr>
          </a:lstStyle>
          <a:p>
            <a:pPr lvl="0"/>
            <a:r>
              <a:rPr lang="en-US" dirty="0"/>
              <a:t>CLICK TO EDIT MASTER TEXT STYLES</a:t>
            </a:r>
          </a:p>
        </p:txBody>
      </p:sp>
      <p:sp>
        <p:nvSpPr>
          <p:cNvPr id="11" name="Picture Placeholder 9">
            <a:extLst>
              <a:ext uri="{FF2B5EF4-FFF2-40B4-BE49-F238E27FC236}">
                <a16:creationId xmlns="" xmlns:a16="http://schemas.microsoft.com/office/drawing/2014/main" id="{F15B60AE-D6AB-472C-8342-2A3EB53493C8}"/>
              </a:ext>
            </a:extLst>
          </p:cNvPr>
          <p:cNvSpPr>
            <a:spLocks noGrp="1"/>
          </p:cNvSpPr>
          <p:nvPr>
            <p:ph type="pic" sz="quarter" idx="14"/>
          </p:nvPr>
        </p:nvSpPr>
        <p:spPr>
          <a:xfrm>
            <a:off x="5093208" y="1600200"/>
            <a:ext cx="2286000" cy="3657600"/>
          </a:xfrm>
          <a:solidFill>
            <a:schemeClr val="accent1"/>
          </a:solidFill>
        </p:spPr>
        <p:txBody>
          <a:bodyPr/>
          <a:lstStyle/>
          <a:p>
            <a:endParaRPr lang="en-US" dirty="0"/>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9" name="Freeform: Shape 8">
            <a:extLst>
              <a:ext uri="{FF2B5EF4-FFF2-40B4-BE49-F238E27FC236}">
                <a16:creationId xmlns="" xmlns:a16="http://schemas.microsoft.com/office/drawing/2014/main" id="{FBB5B262-532A-4EE4-98E7-0EB6A8C56003}"/>
              </a:ext>
              <a:ext uri="{C183D7F6-B498-43B3-948B-1728B52AA6E4}">
                <adec:decorative xmlns="" xmlns:adec="http://schemas.microsoft.com/office/drawing/2017/decorative" val="1"/>
              </a:ext>
            </a:extLst>
          </p:cNvPr>
          <p:cNvSpPr/>
          <p:nvPr userDrawn="1"/>
        </p:nvSpPr>
        <p:spPr>
          <a:xfrm rot="13547565" flipH="1">
            <a:off x="1727251" y="114592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4058626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option 1">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B5ED18-7A07-47F1-8056-CD86B076AFE2}"/>
              </a:ext>
            </a:extLst>
          </p:cNvPr>
          <p:cNvSpPr>
            <a:spLocks noGrp="1"/>
          </p:cNvSpPr>
          <p:nvPr>
            <p:ph type="title" hasCustomPrompt="1"/>
          </p:nvPr>
        </p:nvSpPr>
        <p:spPr>
          <a:xfrm>
            <a:off x="457200" y="381000"/>
            <a:ext cx="11277600" cy="1325563"/>
          </a:xfrm>
        </p:spPr>
        <p:txBody>
          <a:bodyPr>
            <a:normAutofit/>
          </a:bodyPr>
          <a:lstStyle>
            <a:lvl1pPr>
              <a:defRPr sz="3600">
                <a:solidFill>
                  <a:schemeClr val="bg2">
                    <a:lumMod val="50000"/>
                  </a:schemeClr>
                </a:solidFill>
              </a:defRPr>
            </a:lvl1pPr>
          </a:lstStyle>
          <a:p>
            <a:r>
              <a:rPr lang="en-US" dirty="0"/>
              <a:t>CLICK TO ADD TITLE</a:t>
            </a:r>
          </a:p>
        </p:txBody>
      </p:sp>
      <p:sp>
        <p:nvSpPr>
          <p:cNvPr id="7" name="Picture Placeholder 6">
            <a:extLst>
              <a:ext uri="{FF2B5EF4-FFF2-40B4-BE49-F238E27FC236}">
                <a16:creationId xmlns="" xmlns:a16="http://schemas.microsoft.com/office/drawing/2014/main" id="{FB0F91E1-53D9-4A2A-923E-0CB7755188AD}"/>
              </a:ext>
            </a:extLst>
          </p:cNvPr>
          <p:cNvSpPr>
            <a:spLocks noGrp="1"/>
          </p:cNvSpPr>
          <p:nvPr>
            <p:ph type="pic" sz="quarter" idx="13"/>
          </p:nvPr>
        </p:nvSpPr>
        <p:spPr>
          <a:xfrm>
            <a:off x="457200" y="1806318"/>
            <a:ext cx="2286000" cy="3200400"/>
          </a:xfrm>
          <a:solidFill>
            <a:schemeClr val="accent2"/>
          </a:solidFill>
        </p:spPr>
        <p:txBody>
          <a:bodyPr/>
          <a:lstStyle/>
          <a:p>
            <a:endParaRPr lang="en-US" dirty="0"/>
          </a:p>
        </p:txBody>
      </p:sp>
      <p:sp>
        <p:nvSpPr>
          <p:cNvPr id="9" name="Picture Placeholder 6">
            <a:extLst>
              <a:ext uri="{FF2B5EF4-FFF2-40B4-BE49-F238E27FC236}">
                <a16:creationId xmlns="" xmlns:a16="http://schemas.microsoft.com/office/drawing/2014/main" id="{2F6A179B-CBDB-414D-B2F8-E1FEE9B831BE}"/>
              </a:ext>
            </a:extLst>
          </p:cNvPr>
          <p:cNvSpPr>
            <a:spLocks noGrp="1"/>
          </p:cNvSpPr>
          <p:nvPr>
            <p:ph type="pic" sz="quarter" idx="14"/>
          </p:nvPr>
        </p:nvSpPr>
        <p:spPr>
          <a:xfrm>
            <a:off x="3429000" y="1806318"/>
            <a:ext cx="2286000" cy="3200400"/>
          </a:xfrm>
          <a:solidFill>
            <a:schemeClr val="accent2"/>
          </a:solidFill>
        </p:spPr>
        <p:txBody>
          <a:bodyPr/>
          <a:lstStyle/>
          <a:p>
            <a:endParaRPr lang="en-US" dirty="0"/>
          </a:p>
        </p:txBody>
      </p:sp>
      <p:sp>
        <p:nvSpPr>
          <p:cNvPr id="10" name="Picture Placeholder 6">
            <a:extLst>
              <a:ext uri="{FF2B5EF4-FFF2-40B4-BE49-F238E27FC236}">
                <a16:creationId xmlns="" xmlns:a16="http://schemas.microsoft.com/office/drawing/2014/main" id="{F7A822EC-853A-46EC-8775-F8B48F2A81EB}"/>
              </a:ext>
            </a:extLst>
          </p:cNvPr>
          <p:cNvSpPr>
            <a:spLocks noGrp="1"/>
          </p:cNvSpPr>
          <p:nvPr>
            <p:ph type="pic" sz="quarter" idx="15"/>
          </p:nvPr>
        </p:nvSpPr>
        <p:spPr>
          <a:xfrm>
            <a:off x="6477000" y="1806318"/>
            <a:ext cx="2286000" cy="3200400"/>
          </a:xfrm>
          <a:solidFill>
            <a:schemeClr val="accent2"/>
          </a:solidFill>
        </p:spPr>
        <p:txBody>
          <a:bodyPr/>
          <a:lstStyle/>
          <a:p>
            <a:endParaRPr lang="en-US" dirty="0"/>
          </a:p>
        </p:txBody>
      </p:sp>
      <p:sp>
        <p:nvSpPr>
          <p:cNvPr id="11" name="Picture Placeholder 6">
            <a:extLst>
              <a:ext uri="{FF2B5EF4-FFF2-40B4-BE49-F238E27FC236}">
                <a16:creationId xmlns="" xmlns:a16="http://schemas.microsoft.com/office/drawing/2014/main" id="{AA0D329B-CAB8-4E3A-BA03-C17A79790B67}"/>
              </a:ext>
            </a:extLst>
          </p:cNvPr>
          <p:cNvSpPr>
            <a:spLocks noGrp="1"/>
          </p:cNvSpPr>
          <p:nvPr>
            <p:ph type="pic" sz="quarter" idx="16"/>
          </p:nvPr>
        </p:nvSpPr>
        <p:spPr>
          <a:xfrm>
            <a:off x="9452808" y="1806318"/>
            <a:ext cx="2286000" cy="3200400"/>
          </a:xfrm>
          <a:solidFill>
            <a:schemeClr val="accent2"/>
          </a:solidFill>
        </p:spPr>
        <p:txBody>
          <a:bodyPr/>
          <a:lstStyle/>
          <a:p>
            <a:endParaRPr lang="en-US" dirty="0"/>
          </a:p>
        </p:txBody>
      </p:sp>
      <p:sp>
        <p:nvSpPr>
          <p:cNvPr id="13" name="Text Placeholder 12">
            <a:extLst>
              <a:ext uri="{FF2B5EF4-FFF2-40B4-BE49-F238E27FC236}">
                <a16:creationId xmlns="" xmlns:a16="http://schemas.microsoft.com/office/drawing/2014/main" id="{A5F9E280-35B2-41C7-8D2D-C1FF69DE2CD9}"/>
              </a:ext>
            </a:extLst>
          </p:cNvPr>
          <p:cNvSpPr>
            <a:spLocks noGrp="1"/>
          </p:cNvSpPr>
          <p:nvPr>
            <p:ph type="body" sz="quarter" idx="17" hasCustomPrompt="1"/>
          </p:nvPr>
        </p:nvSpPr>
        <p:spPr>
          <a:xfrm>
            <a:off x="3793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5" name="Text Placeholder 14">
            <a:extLst>
              <a:ext uri="{FF2B5EF4-FFF2-40B4-BE49-F238E27FC236}">
                <a16:creationId xmlns="" xmlns:a16="http://schemas.microsoft.com/office/drawing/2014/main" id="{E872F581-8AEF-4CFC-B0F3-79A2530C9319}"/>
              </a:ext>
            </a:extLst>
          </p:cNvPr>
          <p:cNvSpPr>
            <a:spLocks noGrp="1"/>
          </p:cNvSpPr>
          <p:nvPr>
            <p:ph type="body" sz="quarter" idx="18" hasCustomPrompt="1"/>
          </p:nvPr>
        </p:nvSpPr>
        <p:spPr>
          <a:xfrm>
            <a:off x="379376"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6" name="Text Placeholder 12">
            <a:extLst>
              <a:ext uri="{FF2B5EF4-FFF2-40B4-BE49-F238E27FC236}">
                <a16:creationId xmlns="" xmlns:a16="http://schemas.microsoft.com/office/drawing/2014/main" id="{1FA5D559-B67C-4F57-BC90-E982E66ADA5E}"/>
              </a:ext>
            </a:extLst>
          </p:cNvPr>
          <p:cNvSpPr>
            <a:spLocks noGrp="1"/>
          </p:cNvSpPr>
          <p:nvPr>
            <p:ph type="body" sz="quarter" idx="19" hasCustomPrompt="1"/>
          </p:nvPr>
        </p:nvSpPr>
        <p:spPr>
          <a:xfrm>
            <a:off x="335117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4">
            <a:extLst>
              <a:ext uri="{FF2B5EF4-FFF2-40B4-BE49-F238E27FC236}">
                <a16:creationId xmlns="" xmlns:a16="http://schemas.microsoft.com/office/drawing/2014/main" id="{F932B527-4126-40FF-8117-412DC7BD81F6}"/>
              </a:ext>
            </a:extLst>
          </p:cNvPr>
          <p:cNvSpPr>
            <a:spLocks noGrp="1"/>
          </p:cNvSpPr>
          <p:nvPr>
            <p:ph type="body" sz="quarter" idx="20" hasCustomPrompt="1"/>
          </p:nvPr>
        </p:nvSpPr>
        <p:spPr>
          <a:xfrm>
            <a:off x="335117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8" name="Text Placeholder 12">
            <a:extLst>
              <a:ext uri="{FF2B5EF4-FFF2-40B4-BE49-F238E27FC236}">
                <a16:creationId xmlns="" xmlns:a16="http://schemas.microsoft.com/office/drawing/2014/main" id="{D84B520F-D618-4828-AA40-CCCA0AF8966F}"/>
              </a:ext>
            </a:extLst>
          </p:cNvPr>
          <p:cNvSpPr>
            <a:spLocks noGrp="1"/>
          </p:cNvSpPr>
          <p:nvPr>
            <p:ph type="body" sz="quarter" idx="21" hasCustomPrompt="1"/>
          </p:nvPr>
        </p:nvSpPr>
        <p:spPr>
          <a:xfrm>
            <a:off x="63991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9" name="Text Placeholder 14">
            <a:extLst>
              <a:ext uri="{FF2B5EF4-FFF2-40B4-BE49-F238E27FC236}">
                <a16:creationId xmlns="" xmlns:a16="http://schemas.microsoft.com/office/drawing/2014/main" id="{39A9C8DE-6F8B-405D-A604-845E81998FA9}"/>
              </a:ext>
            </a:extLst>
          </p:cNvPr>
          <p:cNvSpPr>
            <a:spLocks noGrp="1"/>
          </p:cNvSpPr>
          <p:nvPr>
            <p:ph type="body" sz="quarter" idx="22" hasCustomPrompt="1"/>
          </p:nvPr>
        </p:nvSpPr>
        <p:spPr>
          <a:xfrm>
            <a:off x="6399175"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20" name="Text Placeholder 12">
            <a:extLst>
              <a:ext uri="{FF2B5EF4-FFF2-40B4-BE49-F238E27FC236}">
                <a16:creationId xmlns="" xmlns:a16="http://schemas.microsoft.com/office/drawing/2014/main" id="{AB0C4D8C-1454-41F3-934E-A2BA603449BF}"/>
              </a:ext>
            </a:extLst>
          </p:cNvPr>
          <p:cNvSpPr>
            <a:spLocks noGrp="1"/>
          </p:cNvSpPr>
          <p:nvPr>
            <p:ph type="body" sz="quarter" idx="23" hasCustomPrompt="1"/>
          </p:nvPr>
        </p:nvSpPr>
        <p:spPr>
          <a:xfrm>
            <a:off x="937498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1" name="Text Placeholder 14">
            <a:extLst>
              <a:ext uri="{FF2B5EF4-FFF2-40B4-BE49-F238E27FC236}">
                <a16:creationId xmlns="" xmlns:a16="http://schemas.microsoft.com/office/drawing/2014/main" id="{45707A1B-C9F6-4ABB-A6CE-D2901CE94793}"/>
              </a:ext>
            </a:extLst>
          </p:cNvPr>
          <p:cNvSpPr>
            <a:spLocks noGrp="1"/>
          </p:cNvSpPr>
          <p:nvPr>
            <p:ph type="body" sz="quarter" idx="24" hasCustomPrompt="1"/>
          </p:nvPr>
        </p:nvSpPr>
        <p:spPr>
          <a:xfrm>
            <a:off x="937498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317542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option 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B5ED18-7A07-47F1-8056-CD86B076AFE2}"/>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dirty="0"/>
              <a:t>CLICK TO ADD TITLE</a:t>
            </a:r>
          </a:p>
        </p:txBody>
      </p:sp>
      <p:sp>
        <p:nvSpPr>
          <p:cNvPr id="7" name="Picture Placeholder 6">
            <a:extLst>
              <a:ext uri="{FF2B5EF4-FFF2-40B4-BE49-F238E27FC236}">
                <a16:creationId xmlns="" xmlns:a16="http://schemas.microsoft.com/office/drawing/2014/main" id="{FB0F91E1-53D9-4A2A-923E-0CB7755188AD}"/>
              </a:ext>
            </a:extLst>
          </p:cNvPr>
          <p:cNvSpPr>
            <a:spLocks noGrp="1"/>
          </p:cNvSpPr>
          <p:nvPr>
            <p:ph type="pic" sz="quarter" idx="13"/>
          </p:nvPr>
        </p:nvSpPr>
        <p:spPr>
          <a:xfrm>
            <a:off x="477256" y="1722086"/>
            <a:ext cx="2286000" cy="1371600"/>
          </a:xfrm>
          <a:solidFill>
            <a:schemeClr val="accent2"/>
          </a:solidFill>
        </p:spPr>
        <p:txBody>
          <a:bodyPr/>
          <a:lstStyle/>
          <a:p>
            <a:endParaRPr lang="en-US" dirty="0"/>
          </a:p>
        </p:txBody>
      </p:sp>
      <p:sp>
        <p:nvSpPr>
          <p:cNvPr id="9" name="Picture Placeholder 6">
            <a:extLst>
              <a:ext uri="{FF2B5EF4-FFF2-40B4-BE49-F238E27FC236}">
                <a16:creationId xmlns="" xmlns:a16="http://schemas.microsoft.com/office/drawing/2014/main" id="{2F6A179B-CBDB-414D-B2F8-E1FEE9B831BE}"/>
              </a:ext>
            </a:extLst>
          </p:cNvPr>
          <p:cNvSpPr>
            <a:spLocks noGrp="1"/>
          </p:cNvSpPr>
          <p:nvPr>
            <p:ph type="pic" sz="quarter" idx="14"/>
          </p:nvPr>
        </p:nvSpPr>
        <p:spPr>
          <a:xfrm>
            <a:off x="3429000" y="1722086"/>
            <a:ext cx="2286000" cy="1371600"/>
          </a:xfrm>
          <a:solidFill>
            <a:schemeClr val="accent2"/>
          </a:solidFill>
        </p:spPr>
        <p:txBody>
          <a:bodyPr/>
          <a:lstStyle/>
          <a:p>
            <a:endParaRPr lang="en-US" dirty="0"/>
          </a:p>
        </p:txBody>
      </p:sp>
      <p:sp>
        <p:nvSpPr>
          <p:cNvPr id="10" name="Picture Placeholder 6">
            <a:extLst>
              <a:ext uri="{FF2B5EF4-FFF2-40B4-BE49-F238E27FC236}">
                <a16:creationId xmlns="" xmlns:a16="http://schemas.microsoft.com/office/drawing/2014/main" id="{F7A822EC-853A-46EC-8775-F8B48F2A81EB}"/>
              </a:ext>
            </a:extLst>
          </p:cNvPr>
          <p:cNvSpPr>
            <a:spLocks noGrp="1"/>
          </p:cNvSpPr>
          <p:nvPr>
            <p:ph type="pic" sz="quarter" idx="15"/>
          </p:nvPr>
        </p:nvSpPr>
        <p:spPr>
          <a:xfrm>
            <a:off x="6477000" y="1722086"/>
            <a:ext cx="2286000" cy="1371600"/>
          </a:xfrm>
          <a:solidFill>
            <a:schemeClr val="accent2"/>
          </a:solidFill>
        </p:spPr>
        <p:txBody>
          <a:bodyPr/>
          <a:lstStyle/>
          <a:p>
            <a:endParaRPr lang="en-US" dirty="0"/>
          </a:p>
        </p:txBody>
      </p:sp>
      <p:sp>
        <p:nvSpPr>
          <p:cNvPr id="11" name="Picture Placeholder 6">
            <a:extLst>
              <a:ext uri="{FF2B5EF4-FFF2-40B4-BE49-F238E27FC236}">
                <a16:creationId xmlns="" xmlns:a16="http://schemas.microsoft.com/office/drawing/2014/main" id="{AA0D329B-CAB8-4E3A-BA03-C17A79790B67}"/>
              </a:ext>
            </a:extLst>
          </p:cNvPr>
          <p:cNvSpPr>
            <a:spLocks noGrp="1"/>
          </p:cNvSpPr>
          <p:nvPr>
            <p:ph type="pic" sz="quarter" idx="16"/>
          </p:nvPr>
        </p:nvSpPr>
        <p:spPr>
          <a:xfrm>
            <a:off x="9440776" y="1722086"/>
            <a:ext cx="2286000" cy="1371600"/>
          </a:xfrm>
          <a:solidFill>
            <a:schemeClr val="accent2"/>
          </a:solidFill>
        </p:spPr>
        <p:txBody>
          <a:bodyPr/>
          <a:lstStyle/>
          <a:p>
            <a:endParaRPr lang="en-US" dirty="0"/>
          </a:p>
        </p:txBody>
      </p:sp>
      <p:sp>
        <p:nvSpPr>
          <p:cNvPr id="13" name="Text Placeholder 12">
            <a:extLst>
              <a:ext uri="{FF2B5EF4-FFF2-40B4-BE49-F238E27FC236}">
                <a16:creationId xmlns="" xmlns:a16="http://schemas.microsoft.com/office/drawing/2014/main" id="{A5F9E280-35B2-41C7-8D2D-C1FF69DE2CD9}"/>
              </a:ext>
            </a:extLst>
          </p:cNvPr>
          <p:cNvSpPr>
            <a:spLocks noGrp="1"/>
          </p:cNvSpPr>
          <p:nvPr>
            <p:ph type="body" sz="quarter" idx="17" hasCustomPrompt="1"/>
          </p:nvPr>
        </p:nvSpPr>
        <p:spPr>
          <a:xfrm>
            <a:off x="37997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5" name="Text Placeholder 14">
            <a:extLst>
              <a:ext uri="{FF2B5EF4-FFF2-40B4-BE49-F238E27FC236}">
                <a16:creationId xmlns="" xmlns:a16="http://schemas.microsoft.com/office/drawing/2014/main" id="{E872F581-8AEF-4CFC-B0F3-79A2530C9319}"/>
              </a:ext>
            </a:extLst>
          </p:cNvPr>
          <p:cNvSpPr>
            <a:spLocks noGrp="1"/>
          </p:cNvSpPr>
          <p:nvPr>
            <p:ph type="body" sz="quarter" idx="18" hasCustomPrompt="1"/>
          </p:nvPr>
        </p:nvSpPr>
        <p:spPr>
          <a:xfrm>
            <a:off x="37997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6" name="Text Placeholder 12">
            <a:extLst>
              <a:ext uri="{FF2B5EF4-FFF2-40B4-BE49-F238E27FC236}">
                <a16:creationId xmlns="" xmlns:a16="http://schemas.microsoft.com/office/drawing/2014/main" id="{1FA5D559-B67C-4F57-BC90-E982E66ADA5E}"/>
              </a:ext>
            </a:extLst>
          </p:cNvPr>
          <p:cNvSpPr>
            <a:spLocks noGrp="1"/>
          </p:cNvSpPr>
          <p:nvPr>
            <p:ph type="body" sz="quarter" idx="19" hasCustomPrompt="1"/>
          </p:nvPr>
        </p:nvSpPr>
        <p:spPr>
          <a:xfrm>
            <a:off x="3331719"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4">
            <a:extLst>
              <a:ext uri="{FF2B5EF4-FFF2-40B4-BE49-F238E27FC236}">
                <a16:creationId xmlns="" xmlns:a16="http://schemas.microsoft.com/office/drawing/2014/main" id="{F932B527-4126-40FF-8117-412DC7BD81F6}"/>
              </a:ext>
            </a:extLst>
          </p:cNvPr>
          <p:cNvSpPr>
            <a:spLocks noGrp="1"/>
          </p:cNvSpPr>
          <p:nvPr>
            <p:ph type="body" sz="quarter" idx="20" hasCustomPrompt="1"/>
          </p:nvPr>
        </p:nvSpPr>
        <p:spPr>
          <a:xfrm>
            <a:off x="3331718"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8" name="Text Placeholder 12">
            <a:extLst>
              <a:ext uri="{FF2B5EF4-FFF2-40B4-BE49-F238E27FC236}">
                <a16:creationId xmlns="" xmlns:a16="http://schemas.microsoft.com/office/drawing/2014/main" id="{D84B520F-D618-4828-AA40-CCCA0AF8966F}"/>
              </a:ext>
            </a:extLst>
          </p:cNvPr>
          <p:cNvSpPr>
            <a:spLocks noGrp="1"/>
          </p:cNvSpPr>
          <p:nvPr>
            <p:ph type="body" sz="quarter" idx="21" hasCustomPrompt="1"/>
          </p:nvPr>
        </p:nvSpPr>
        <p:spPr>
          <a:xfrm>
            <a:off x="6379720"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9" name="Text Placeholder 14">
            <a:extLst>
              <a:ext uri="{FF2B5EF4-FFF2-40B4-BE49-F238E27FC236}">
                <a16:creationId xmlns="" xmlns:a16="http://schemas.microsoft.com/office/drawing/2014/main" id="{39A9C8DE-6F8B-405D-A604-845E81998FA9}"/>
              </a:ext>
            </a:extLst>
          </p:cNvPr>
          <p:cNvSpPr>
            <a:spLocks noGrp="1"/>
          </p:cNvSpPr>
          <p:nvPr>
            <p:ph type="body" sz="quarter" idx="22" hasCustomPrompt="1"/>
          </p:nvPr>
        </p:nvSpPr>
        <p:spPr>
          <a:xfrm>
            <a:off x="6379719"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20" name="Text Placeholder 12">
            <a:extLst>
              <a:ext uri="{FF2B5EF4-FFF2-40B4-BE49-F238E27FC236}">
                <a16:creationId xmlns="" xmlns:a16="http://schemas.microsoft.com/office/drawing/2014/main" id="{AB0C4D8C-1454-41F3-934E-A2BA603449BF}"/>
              </a:ext>
            </a:extLst>
          </p:cNvPr>
          <p:cNvSpPr>
            <a:spLocks noGrp="1"/>
          </p:cNvSpPr>
          <p:nvPr>
            <p:ph type="body" sz="quarter" idx="23" hasCustomPrompt="1"/>
          </p:nvPr>
        </p:nvSpPr>
        <p:spPr>
          <a:xfrm>
            <a:off x="934349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1" name="Text Placeholder 14">
            <a:extLst>
              <a:ext uri="{FF2B5EF4-FFF2-40B4-BE49-F238E27FC236}">
                <a16:creationId xmlns="" xmlns:a16="http://schemas.microsoft.com/office/drawing/2014/main" id="{45707A1B-C9F6-4ABB-A6CE-D2901CE94793}"/>
              </a:ext>
            </a:extLst>
          </p:cNvPr>
          <p:cNvSpPr>
            <a:spLocks noGrp="1"/>
          </p:cNvSpPr>
          <p:nvPr>
            <p:ph type="body" sz="quarter" idx="24" hasCustomPrompt="1"/>
          </p:nvPr>
        </p:nvSpPr>
        <p:spPr>
          <a:xfrm>
            <a:off x="934349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46" name="Picture Placeholder 6">
            <a:extLst>
              <a:ext uri="{FF2B5EF4-FFF2-40B4-BE49-F238E27FC236}">
                <a16:creationId xmlns="" xmlns:a16="http://schemas.microsoft.com/office/drawing/2014/main" id="{3896D737-6139-4405-A7F2-E08C421815DD}"/>
              </a:ext>
            </a:extLst>
          </p:cNvPr>
          <p:cNvSpPr>
            <a:spLocks noGrp="1"/>
          </p:cNvSpPr>
          <p:nvPr>
            <p:ph type="pic" sz="quarter" idx="25"/>
          </p:nvPr>
        </p:nvSpPr>
        <p:spPr>
          <a:xfrm>
            <a:off x="497304" y="4076273"/>
            <a:ext cx="2286000" cy="1371600"/>
          </a:xfrm>
          <a:solidFill>
            <a:schemeClr val="accent2"/>
          </a:solidFill>
        </p:spPr>
        <p:txBody>
          <a:bodyPr/>
          <a:lstStyle/>
          <a:p>
            <a:endParaRPr lang="en-US" dirty="0"/>
          </a:p>
        </p:txBody>
      </p:sp>
      <p:sp>
        <p:nvSpPr>
          <p:cNvPr id="47" name="Picture Placeholder 6">
            <a:extLst>
              <a:ext uri="{FF2B5EF4-FFF2-40B4-BE49-F238E27FC236}">
                <a16:creationId xmlns="" xmlns:a16="http://schemas.microsoft.com/office/drawing/2014/main" id="{721A36A5-FCF3-4EE8-B5F2-41805C3F6A6C}"/>
              </a:ext>
            </a:extLst>
          </p:cNvPr>
          <p:cNvSpPr>
            <a:spLocks noGrp="1"/>
          </p:cNvSpPr>
          <p:nvPr>
            <p:ph type="pic" sz="quarter" idx="26"/>
          </p:nvPr>
        </p:nvSpPr>
        <p:spPr>
          <a:xfrm>
            <a:off x="3449048" y="4076273"/>
            <a:ext cx="2286000" cy="1371600"/>
          </a:xfrm>
          <a:solidFill>
            <a:schemeClr val="accent2"/>
          </a:solidFill>
        </p:spPr>
        <p:txBody>
          <a:bodyPr/>
          <a:lstStyle/>
          <a:p>
            <a:endParaRPr lang="en-US" dirty="0"/>
          </a:p>
        </p:txBody>
      </p:sp>
      <p:sp>
        <p:nvSpPr>
          <p:cNvPr id="48" name="Picture Placeholder 6">
            <a:extLst>
              <a:ext uri="{FF2B5EF4-FFF2-40B4-BE49-F238E27FC236}">
                <a16:creationId xmlns="" xmlns:a16="http://schemas.microsoft.com/office/drawing/2014/main" id="{1630D673-CB21-40A3-A7BE-C996B20D681F}"/>
              </a:ext>
            </a:extLst>
          </p:cNvPr>
          <p:cNvSpPr>
            <a:spLocks noGrp="1"/>
          </p:cNvSpPr>
          <p:nvPr>
            <p:ph type="pic" sz="quarter" idx="27"/>
          </p:nvPr>
        </p:nvSpPr>
        <p:spPr>
          <a:xfrm>
            <a:off x="6497048" y="4076273"/>
            <a:ext cx="2286000" cy="1371600"/>
          </a:xfrm>
          <a:solidFill>
            <a:schemeClr val="accent2"/>
          </a:solidFill>
        </p:spPr>
        <p:txBody>
          <a:bodyPr/>
          <a:lstStyle/>
          <a:p>
            <a:endParaRPr lang="en-US" dirty="0"/>
          </a:p>
        </p:txBody>
      </p:sp>
      <p:sp>
        <p:nvSpPr>
          <p:cNvPr id="49" name="Picture Placeholder 6">
            <a:extLst>
              <a:ext uri="{FF2B5EF4-FFF2-40B4-BE49-F238E27FC236}">
                <a16:creationId xmlns="" xmlns:a16="http://schemas.microsoft.com/office/drawing/2014/main" id="{0C83EF20-1DF8-43B4-B982-A382FF884E20}"/>
              </a:ext>
            </a:extLst>
          </p:cNvPr>
          <p:cNvSpPr>
            <a:spLocks noGrp="1"/>
          </p:cNvSpPr>
          <p:nvPr>
            <p:ph type="pic" sz="quarter" idx="28"/>
          </p:nvPr>
        </p:nvSpPr>
        <p:spPr>
          <a:xfrm>
            <a:off x="9460824" y="4076273"/>
            <a:ext cx="2286000" cy="1371600"/>
          </a:xfrm>
          <a:solidFill>
            <a:schemeClr val="accent2"/>
          </a:solidFill>
        </p:spPr>
        <p:txBody>
          <a:bodyPr/>
          <a:lstStyle/>
          <a:p>
            <a:endParaRPr lang="en-US" dirty="0"/>
          </a:p>
        </p:txBody>
      </p:sp>
      <p:sp>
        <p:nvSpPr>
          <p:cNvPr id="50" name="Text Placeholder 12">
            <a:extLst>
              <a:ext uri="{FF2B5EF4-FFF2-40B4-BE49-F238E27FC236}">
                <a16:creationId xmlns="" xmlns:a16="http://schemas.microsoft.com/office/drawing/2014/main" id="{1FD09C98-5809-41AD-B215-493A3D741A2A}"/>
              </a:ext>
            </a:extLst>
          </p:cNvPr>
          <p:cNvSpPr>
            <a:spLocks noGrp="1"/>
          </p:cNvSpPr>
          <p:nvPr>
            <p:ph type="body" sz="quarter" idx="29" hasCustomPrompt="1"/>
          </p:nvPr>
        </p:nvSpPr>
        <p:spPr>
          <a:xfrm>
            <a:off x="40002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1" name="Text Placeholder 14">
            <a:extLst>
              <a:ext uri="{FF2B5EF4-FFF2-40B4-BE49-F238E27FC236}">
                <a16:creationId xmlns="" xmlns:a16="http://schemas.microsoft.com/office/drawing/2014/main" id="{9E3214F0-FC83-402F-BAC5-ED4827532778}"/>
              </a:ext>
            </a:extLst>
          </p:cNvPr>
          <p:cNvSpPr>
            <a:spLocks noGrp="1"/>
          </p:cNvSpPr>
          <p:nvPr>
            <p:ph type="body" sz="quarter" idx="30" hasCustomPrompt="1"/>
          </p:nvPr>
        </p:nvSpPr>
        <p:spPr>
          <a:xfrm>
            <a:off x="40002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2" name="Text Placeholder 12">
            <a:extLst>
              <a:ext uri="{FF2B5EF4-FFF2-40B4-BE49-F238E27FC236}">
                <a16:creationId xmlns="" xmlns:a16="http://schemas.microsoft.com/office/drawing/2014/main" id="{39B0FB7F-A1FC-40D1-ACFC-C3C966F9BCA4}"/>
              </a:ext>
            </a:extLst>
          </p:cNvPr>
          <p:cNvSpPr>
            <a:spLocks noGrp="1"/>
          </p:cNvSpPr>
          <p:nvPr>
            <p:ph type="body" sz="quarter" idx="31" hasCustomPrompt="1"/>
          </p:nvPr>
        </p:nvSpPr>
        <p:spPr>
          <a:xfrm>
            <a:off x="3351767"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3" name="Text Placeholder 14">
            <a:extLst>
              <a:ext uri="{FF2B5EF4-FFF2-40B4-BE49-F238E27FC236}">
                <a16:creationId xmlns="" xmlns:a16="http://schemas.microsoft.com/office/drawing/2014/main" id="{15EB3CBA-DD9B-449B-9B72-191780177135}"/>
              </a:ext>
            </a:extLst>
          </p:cNvPr>
          <p:cNvSpPr>
            <a:spLocks noGrp="1"/>
          </p:cNvSpPr>
          <p:nvPr>
            <p:ph type="body" sz="quarter" idx="32" hasCustomPrompt="1"/>
          </p:nvPr>
        </p:nvSpPr>
        <p:spPr>
          <a:xfrm>
            <a:off x="3351766"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4" name="Text Placeholder 12">
            <a:extLst>
              <a:ext uri="{FF2B5EF4-FFF2-40B4-BE49-F238E27FC236}">
                <a16:creationId xmlns="" xmlns:a16="http://schemas.microsoft.com/office/drawing/2014/main" id="{BA47B66D-8891-4AE7-98BE-3CFE9CDB571E}"/>
              </a:ext>
            </a:extLst>
          </p:cNvPr>
          <p:cNvSpPr>
            <a:spLocks noGrp="1"/>
          </p:cNvSpPr>
          <p:nvPr>
            <p:ph type="body" sz="quarter" idx="33" hasCustomPrompt="1"/>
          </p:nvPr>
        </p:nvSpPr>
        <p:spPr>
          <a:xfrm>
            <a:off x="6399768"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5" name="Text Placeholder 14">
            <a:extLst>
              <a:ext uri="{FF2B5EF4-FFF2-40B4-BE49-F238E27FC236}">
                <a16:creationId xmlns="" xmlns:a16="http://schemas.microsoft.com/office/drawing/2014/main" id="{929AE99A-6054-4B2F-B99D-FE4F682613DA}"/>
              </a:ext>
            </a:extLst>
          </p:cNvPr>
          <p:cNvSpPr>
            <a:spLocks noGrp="1"/>
          </p:cNvSpPr>
          <p:nvPr>
            <p:ph type="body" sz="quarter" idx="34" hasCustomPrompt="1"/>
          </p:nvPr>
        </p:nvSpPr>
        <p:spPr>
          <a:xfrm>
            <a:off x="6399767"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6" name="Text Placeholder 12">
            <a:extLst>
              <a:ext uri="{FF2B5EF4-FFF2-40B4-BE49-F238E27FC236}">
                <a16:creationId xmlns="" xmlns:a16="http://schemas.microsoft.com/office/drawing/2014/main" id="{D1F32591-7BBD-4006-AEA0-29F43CDADCED}"/>
              </a:ext>
            </a:extLst>
          </p:cNvPr>
          <p:cNvSpPr>
            <a:spLocks noGrp="1"/>
          </p:cNvSpPr>
          <p:nvPr>
            <p:ph type="body" sz="quarter" idx="35" hasCustomPrompt="1"/>
          </p:nvPr>
        </p:nvSpPr>
        <p:spPr>
          <a:xfrm>
            <a:off x="936354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7" name="Text Placeholder 14">
            <a:extLst>
              <a:ext uri="{FF2B5EF4-FFF2-40B4-BE49-F238E27FC236}">
                <a16:creationId xmlns="" xmlns:a16="http://schemas.microsoft.com/office/drawing/2014/main" id="{7BC780CD-8E77-4D0E-A436-DCB2AA0C15CD}"/>
              </a:ext>
            </a:extLst>
          </p:cNvPr>
          <p:cNvSpPr>
            <a:spLocks noGrp="1"/>
          </p:cNvSpPr>
          <p:nvPr>
            <p:ph type="body" sz="quarter" idx="36" hasCustomPrompt="1"/>
          </p:nvPr>
        </p:nvSpPr>
        <p:spPr>
          <a:xfrm>
            <a:off x="936354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891469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4C89FBE-3029-4F92-8308-F830BB1420FF}"/>
              </a:ext>
              <a:ext uri="{C183D7F6-B498-43B3-948B-1728B52AA6E4}">
                <adec:decorative xmlns="" xmlns:adec="http://schemas.microsoft.com/office/drawing/2017/decorative" val="1"/>
              </a:ext>
            </a:extLst>
          </p:cNvPr>
          <p:cNvSpPr/>
          <p:nvPr userDrawn="1"/>
        </p:nvSpPr>
        <p:spPr>
          <a:xfrm>
            <a:off x="7958712" y="1681163"/>
            <a:ext cx="374904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AE0A4C88-FF32-4096-9EA9-EC22D3682F4C}"/>
              </a:ext>
              <a:ext uri="{C183D7F6-B498-43B3-948B-1728B52AA6E4}">
                <adec:decorative xmlns="" xmlns:adec="http://schemas.microsoft.com/office/drawing/2017/decorative" val="1"/>
              </a:ext>
            </a:extLst>
          </p:cNvPr>
          <p:cNvSpPr/>
          <p:nvPr userDrawn="1"/>
        </p:nvSpPr>
        <p:spPr>
          <a:xfrm>
            <a:off x="4211097" y="1682496"/>
            <a:ext cx="374904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 xmlns:a16="http://schemas.microsoft.com/office/drawing/2014/main" id="{9437559B-132E-4A6E-ADBE-41DB38EC8048}"/>
              </a:ext>
              <a:ext uri="{C183D7F6-B498-43B3-948B-1728B52AA6E4}">
                <adec:decorative xmlns="" xmlns:adec="http://schemas.microsoft.com/office/drawing/2017/decorative" val="1"/>
              </a:ext>
            </a:extLst>
          </p:cNvPr>
          <p:cNvSpPr/>
          <p:nvPr userDrawn="1"/>
        </p:nvSpPr>
        <p:spPr>
          <a:xfrm>
            <a:off x="463176" y="1681163"/>
            <a:ext cx="3749040" cy="4572000"/>
          </a:xfrm>
          <a:prstGeom prst="rect">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dirty="0"/>
              <a:t>CLICK TO ADD TITLE</a:t>
            </a:r>
          </a:p>
        </p:txBody>
      </p:sp>
      <p:sp>
        <p:nvSpPr>
          <p:cNvPr id="3" name="Text Placeholder 2">
            <a:extLst>
              <a:ext uri="{FF2B5EF4-FFF2-40B4-BE49-F238E27FC236}">
                <a16:creationId xmlns="" xmlns:a16="http://schemas.microsoft.com/office/drawing/2014/main" id="{673DC3A9-D4E6-42CF-91A8-F267C7C66CCB}"/>
              </a:ext>
            </a:extLst>
          </p:cNvPr>
          <p:cNvSpPr>
            <a:spLocks noGrp="1"/>
          </p:cNvSpPr>
          <p:nvPr>
            <p:ph type="body" idx="1" hasCustomPrompt="1"/>
          </p:nvPr>
        </p:nvSpPr>
        <p:spPr>
          <a:xfrm>
            <a:off x="8397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 xmlns:a16="http://schemas.microsoft.com/office/drawing/2014/main" id="{C752CCA9-53A3-4DA5-AD45-C2A2C12A3A6A}"/>
              </a:ext>
            </a:extLst>
          </p:cNvPr>
          <p:cNvSpPr>
            <a:spLocks noGrp="1"/>
          </p:cNvSpPr>
          <p:nvPr>
            <p:ph sz="half" idx="2"/>
          </p:nvPr>
        </p:nvSpPr>
        <p:spPr>
          <a:xfrm>
            <a:off x="839788" y="2790825"/>
            <a:ext cx="2971800" cy="3248025"/>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2100C9C6-BD61-4D2C-9146-FB785BAE4FF3}"/>
              </a:ext>
            </a:extLst>
          </p:cNvPr>
          <p:cNvSpPr>
            <a:spLocks noGrp="1"/>
          </p:cNvSpPr>
          <p:nvPr>
            <p:ph type="body" sz="quarter" idx="3" hasCustomPrompt="1"/>
          </p:nvPr>
        </p:nvSpPr>
        <p:spPr>
          <a:xfrm>
            <a:off x="46101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 xmlns:a16="http://schemas.microsoft.com/office/drawing/2014/main" id="{E2E342EE-68BB-484D-98C3-48A7847549D4}"/>
              </a:ext>
            </a:extLst>
          </p:cNvPr>
          <p:cNvSpPr>
            <a:spLocks noGrp="1"/>
          </p:cNvSpPr>
          <p:nvPr>
            <p:ph sz="quarter" idx="4"/>
          </p:nvPr>
        </p:nvSpPr>
        <p:spPr>
          <a:xfrm>
            <a:off x="4610188" y="2790825"/>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4">
            <a:extLst>
              <a:ext uri="{FF2B5EF4-FFF2-40B4-BE49-F238E27FC236}">
                <a16:creationId xmlns="" xmlns:a16="http://schemas.microsoft.com/office/drawing/2014/main" id="{FF7BCB16-19B7-48F6-94CD-563F43988749}"/>
              </a:ext>
            </a:extLst>
          </p:cNvPr>
          <p:cNvSpPr>
            <a:spLocks noGrp="1"/>
          </p:cNvSpPr>
          <p:nvPr>
            <p:ph type="body" sz="quarter" idx="13" hasCustomPrompt="1"/>
          </p:nvPr>
        </p:nvSpPr>
        <p:spPr>
          <a:xfrm>
            <a:off x="8430134" y="1976438"/>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Content Placeholder 5">
            <a:extLst>
              <a:ext uri="{FF2B5EF4-FFF2-40B4-BE49-F238E27FC236}">
                <a16:creationId xmlns="" xmlns:a16="http://schemas.microsoft.com/office/drawing/2014/main" id="{8FBB2F8D-6092-468C-BA48-836286C6B7E1}"/>
              </a:ext>
            </a:extLst>
          </p:cNvPr>
          <p:cNvSpPr>
            <a:spLocks noGrp="1"/>
          </p:cNvSpPr>
          <p:nvPr>
            <p:ph sz="quarter" idx="14"/>
          </p:nvPr>
        </p:nvSpPr>
        <p:spPr>
          <a:xfrm>
            <a:off x="8430134" y="2800350"/>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 xmlns:a16="http://schemas.microsoft.com/office/drawing/2014/main" id="{B3940682-7091-4427-B158-074D4A47137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476400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1" name="Picture Placeholder 10">
            <a:extLst>
              <a:ext uri="{FF2B5EF4-FFF2-40B4-BE49-F238E27FC236}">
                <a16:creationId xmlns="" xmlns:a16="http://schemas.microsoft.com/office/drawing/2014/main" id="{FE5633F8-C03D-4CEE-BEDD-1B6648554C09}"/>
              </a:ext>
            </a:extLst>
          </p:cNvPr>
          <p:cNvSpPr>
            <a:spLocks noGrp="1"/>
          </p:cNvSpPr>
          <p:nvPr>
            <p:ph type="pic" sz="quarter" idx="14"/>
          </p:nvPr>
        </p:nvSpPr>
        <p:spPr>
          <a:xfrm>
            <a:off x="8622628" y="685800"/>
            <a:ext cx="3200400" cy="5486400"/>
          </a:xfrm>
          <a:solidFill>
            <a:schemeClr val="accent2"/>
          </a:solidFill>
        </p:spPr>
        <p:txBody>
          <a:bodyPr/>
          <a:lstStyle/>
          <a:p>
            <a:endParaRPr lang="en-US" dirty="0"/>
          </a:p>
        </p:txBody>
      </p:sp>
      <p:sp>
        <p:nvSpPr>
          <p:cNvPr id="6" name="Rectangle 5">
            <a:extLst>
              <a:ext uri="{FF2B5EF4-FFF2-40B4-BE49-F238E27FC236}">
                <a16:creationId xmlns="" xmlns:a16="http://schemas.microsoft.com/office/drawing/2014/main" id="{4CA4DC27-A467-4265-AAB1-754D3F86CCAF}"/>
              </a:ext>
              <a:ext uri="{C183D7F6-B498-43B3-948B-1728B52AA6E4}">
                <adec:decorative xmlns="" xmlns:adec="http://schemas.microsoft.com/office/drawing/2017/decorative" val="1"/>
              </a:ext>
            </a:extLst>
          </p:cNvPr>
          <p:cNvSpPr/>
          <p:nvPr userDrawn="1"/>
        </p:nvSpPr>
        <p:spPr>
          <a:xfrm>
            <a:off x="0" y="1"/>
            <a:ext cx="6096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20B5ED18-7A07-47F1-8056-CD86B076AFE2}"/>
              </a:ext>
            </a:extLst>
          </p:cNvPr>
          <p:cNvSpPr>
            <a:spLocks noGrp="1"/>
          </p:cNvSpPr>
          <p:nvPr>
            <p:ph type="title" hasCustomPrompt="1"/>
          </p:nvPr>
        </p:nvSpPr>
        <p:spPr>
          <a:xfrm>
            <a:off x="457200" y="850230"/>
            <a:ext cx="5009147" cy="1325563"/>
          </a:xfrm>
        </p:spPr>
        <p:txBody>
          <a:bodyPr>
            <a:normAutofit/>
          </a:bodyPr>
          <a:lstStyle>
            <a:lvl1pPr>
              <a:defRPr sz="3600">
                <a:solidFill>
                  <a:schemeClr val="bg2">
                    <a:lumMod val="50000"/>
                  </a:schemeClr>
                </a:solidFill>
              </a:defRPr>
            </a:lvl1pPr>
          </a:lstStyle>
          <a:p>
            <a:r>
              <a:rPr lang="en-US" dirty="0"/>
              <a:t>CLICK TO ADD TITLE</a:t>
            </a:r>
          </a:p>
        </p:txBody>
      </p:sp>
      <p:sp>
        <p:nvSpPr>
          <p:cNvPr id="9" name="Text Placeholder 8">
            <a:extLst>
              <a:ext uri="{FF2B5EF4-FFF2-40B4-BE49-F238E27FC236}">
                <a16:creationId xmlns="" xmlns:a16="http://schemas.microsoft.com/office/drawing/2014/main" id="{2C9CC7B6-D9ED-464B-8206-98055EB53FCF}"/>
              </a:ext>
            </a:extLst>
          </p:cNvPr>
          <p:cNvSpPr>
            <a:spLocks noGrp="1"/>
          </p:cNvSpPr>
          <p:nvPr>
            <p:ph type="body" sz="quarter" idx="13"/>
          </p:nvPr>
        </p:nvSpPr>
        <p:spPr>
          <a:xfrm>
            <a:off x="457200" y="2490788"/>
            <a:ext cx="4572000" cy="3536950"/>
          </a:xfrm>
        </p:spPr>
        <p:txBody>
          <a:bodyPr>
            <a:normAutofit/>
          </a:bodyPr>
          <a:lstStyle>
            <a:lvl1pPr marL="0" indent="0">
              <a:lnSpc>
                <a:spcPts val="2400"/>
              </a:lnSpc>
              <a:buNone/>
              <a:defRPr sz="1400" spc="30" baseline="0"/>
            </a:lvl1pPr>
            <a:lvl2pPr marL="457200" indent="0">
              <a:lnSpc>
                <a:spcPts val="2400"/>
              </a:lnSpc>
              <a:buNone/>
              <a:defRPr sz="1400" spc="30" baseline="0"/>
            </a:lvl2pPr>
            <a:lvl3pPr marL="914400" indent="0">
              <a:lnSpc>
                <a:spcPts val="2400"/>
              </a:lnSpc>
              <a:buNone/>
              <a:defRPr sz="1400" spc="30" baseline="0"/>
            </a:lvl3pPr>
            <a:lvl4pPr marL="1371600" indent="0">
              <a:lnSpc>
                <a:spcPts val="2400"/>
              </a:lnSpc>
              <a:buNone/>
              <a:defRPr sz="1400" spc="30" baseline="0"/>
            </a:lvl4pPr>
            <a:lvl5pPr marL="1828800" indent="0">
              <a:lnSpc>
                <a:spcPts val="2400"/>
              </a:lnSpc>
              <a:buNone/>
              <a:defRPr sz="1400" spc="3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2">
            <a:extLst>
              <a:ext uri="{FF2B5EF4-FFF2-40B4-BE49-F238E27FC236}">
                <a16:creationId xmlns="" xmlns:a16="http://schemas.microsoft.com/office/drawing/2014/main" id="{1743C040-0A81-4A38-879D-07BBD184231D}"/>
              </a:ext>
            </a:extLst>
          </p:cNvPr>
          <p:cNvSpPr>
            <a:spLocks noGrp="1"/>
          </p:cNvSpPr>
          <p:nvPr>
            <p:ph type="pic" sz="quarter" idx="15"/>
          </p:nvPr>
        </p:nvSpPr>
        <p:spPr>
          <a:xfrm>
            <a:off x="6781800" y="2492375"/>
            <a:ext cx="2286000" cy="2514600"/>
          </a:xfrm>
          <a:solidFill>
            <a:schemeClr val="accent2"/>
          </a:solidFill>
        </p:spPr>
        <p:txBody>
          <a:bodyPr/>
          <a:lstStyle/>
          <a:p>
            <a:endParaRPr lang="en-US" dirty="0"/>
          </a:p>
        </p:txBody>
      </p:sp>
      <p:sp>
        <p:nvSpPr>
          <p:cNvPr id="3" name="Date Placeholder 2">
            <a:extLst>
              <a:ext uri="{FF2B5EF4-FFF2-40B4-BE49-F238E27FC236}">
                <a16:creationId xmlns=""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0" name="Freeform: Shape 9">
            <a:extLst>
              <a:ext uri="{FF2B5EF4-FFF2-40B4-BE49-F238E27FC236}">
                <a16:creationId xmlns="" xmlns:a16="http://schemas.microsoft.com/office/drawing/2014/main" id="{7CBDD4A8-3B48-439C-B601-8D04B8714324}"/>
              </a:ext>
              <a:ext uri="{C183D7F6-B498-43B3-948B-1728B52AA6E4}">
                <adec:decorative xmlns="" xmlns:adec="http://schemas.microsoft.com/office/drawing/2017/decorative" val="1"/>
              </a:ext>
            </a:extLst>
          </p:cNvPr>
          <p:cNvSpPr/>
          <p:nvPr userDrawn="1"/>
        </p:nvSpPr>
        <p:spPr>
          <a:xfrm rot="13547565" flipH="1">
            <a:off x="761136" y="5210984"/>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1469006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44DF764D-A077-4BED-ABF1-8DF341BC85D7}"/>
              </a:ext>
            </a:extLst>
          </p:cNvPr>
          <p:cNvSpPr>
            <a:spLocks noGrp="1"/>
          </p:cNvSpPr>
          <p:nvPr>
            <p:ph type="pic" sz="quarter" idx="10"/>
          </p:nvPr>
        </p:nvSpPr>
        <p:spPr>
          <a:xfrm>
            <a:off x="458724" y="411480"/>
            <a:ext cx="11274552" cy="5870448"/>
          </a:xfrm>
          <a:solidFill>
            <a:schemeClr val="accent1"/>
          </a:solidFill>
        </p:spPr>
        <p:txBody>
          <a:bodyPr/>
          <a:lstStyle/>
          <a:p>
            <a:endParaRPr lang="en-US" dirty="0"/>
          </a:p>
        </p:txBody>
      </p:sp>
      <p:sp>
        <p:nvSpPr>
          <p:cNvPr id="2" name="Title 1">
            <a:extLst>
              <a:ext uri="{FF2B5EF4-FFF2-40B4-BE49-F238E27FC236}">
                <a16:creationId xmlns="" xmlns:a16="http://schemas.microsoft.com/office/drawing/2014/main" id="{494248F2-5264-4601-AA0B-6C092F77F2DD}"/>
              </a:ext>
            </a:extLst>
          </p:cNvPr>
          <p:cNvSpPr>
            <a:spLocks noGrp="1"/>
          </p:cNvSpPr>
          <p:nvPr>
            <p:ph type="ctrTitle" hasCustomPrompt="1"/>
          </p:nvPr>
        </p:nvSpPr>
        <p:spPr>
          <a:xfrm>
            <a:off x="457201" y="3490624"/>
            <a:ext cx="4571999" cy="1235382"/>
          </a:xfrm>
          <a:solidFill>
            <a:schemeClr val="bg1">
              <a:alpha val="80000"/>
            </a:schemeClr>
          </a:solidFill>
        </p:spPr>
        <p:txBody>
          <a:bodyPr lIns="457200" bIns="137160" anchor="b">
            <a:normAutofit/>
          </a:bodyPr>
          <a:lstStyle>
            <a:lvl1pPr algn="l">
              <a:defRPr sz="3600">
                <a:solidFill>
                  <a:schemeClr val="bg2">
                    <a:lumMod val="25000"/>
                  </a:schemeClr>
                </a:solidFill>
              </a:defRPr>
            </a:lvl1pPr>
          </a:lstStyle>
          <a:p>
            <a:r>
              <a:rPr lang="en-US" dirty="0"/>
              <a:t>ADD TITLE</a:t>
            </a:r>
          </a:p>
        </p:txBody>
      </p:sp>
      <p:sp>
        <p:nvSpPr>
          <p:cNvPr id="3" name="Subtitle 2">
            <a:extLst>
              <a:ext uri="{FF2B5EF4-FFF2-40B4-BE49-F238E27FC236}">
                <a16:creationId xmlns="" xmlns:a16="http://schemas.microsoft.com/office/drawing/2014/main" id="{DCFB69D3-5632-4285-A209-9DCA67DA668C}"/>
              </a:ext>
            </a:extLst>
          </p:cNvPr>
          <p:cNvSpPr>
            <a:spLocks noGrp="1"/>
          </p:cNvSpPr>
          <p:nvPr>
            <p:ph type="subTitle" idx="1"/>
          </p:nvPr>
        </p:nvSpPr>
        <p:spPr>
          <a:xfrm>
            <a:off x="457199" y="4726007"/>
            <a:ext cx="4571999" cy="1314432"/>
          </a:xfrm>
          <a:solidFill>
            <a:schemeClr val="bg1">
              <a:alpha val="80000"/>
            </a:schemeClr>
          </a:solidFill>
        </p:spPr>
        <p:txBody>
          <a:bodyPr lIns="502920" rIns="2103120">
            <a:normAutofit/>
          </a:bodyPr>
          <a:lstStyle>
            <a:lvl1pPr marL="0" indent="0" algn="l">
              <a:buNone/>
              <a:defRPr sz="1400" spc="40" baseline="0">
                <a:solidFill>
                  <a:schemeClr val="bg2">
                    <a:lumMod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 xmlns:a16="http://schemas.microsoft.com/office/drawing/2014/main" id="{E5FC7B35-BCD3-4E41-916B-68490D92D902}"/>
              </a:ext>
            </a:extLst>
          </p:cNvPr>
          <p:cNvSpPr>
            <a:spLocks noGrp="1"/>
          </p:cNvSpPr>
          <p:nvPr>
            <p:ph type="dt" sz="half" idx="11"/>
          </p:nvPr>
        </p:nvSpPr>
        <p:spPr/>
        <p:txBody>
          <a:bodyPr/>
          <a:lstStyle/>
          <a:p>
            <a:r>
              <a:rPr lang="en-US"/>
              <a:t>20XX</a:t>
            </a:r>
            <a:endParaRPr lang="en-US" dirty="0"/>
          </a:p>
        </p:txBody>
      </p:sp>
      <p:sp>
        <p:nvSpPr>
          <p:cNvPr id="6" name="Footer Placeholder 5">
            <a:extLst>
              <a:ext uri="{FF2B5EF4-FFF2-40B4-BE49-F238E27FC236}">
                <a16:creationId xmlns="" xmlns:a16="http://schemas.microsoft.com/office/drawing/2014/main" id="{2703212D-BCAC-4F13-92C1-13A3004266E3}"/>
              </a:ext>
            </a:extLst>
          </p:cNvPr>
          <p:cNvSpPr>
            <a:spLocks noGrp="1"/>
          </p:cNvSpPr>
          <p:nvPr>
            <p:ph type="ftr" sz="quarter" idx="12"/>
          </p:nvPr>
        </p:nvSpPr>
        <p:spPr/>
        <p:txBody>
          <a:bodyPr/>
          <a:lstStyle/>
          <a:p>
            <a:r>
              <a:rPr lang="en-US"/>
              <a:t>Presentation title</a:t>
            </a:r>
            <a:endParaRPr lang="en-US" dirty="0"/>
          </a:p>
        </p:txBody>
      </p:sp>
      <p:sp>
        <p:nvSpPr>
          <p:cNvPr id="7" name="Slide Number Placeholder 6">
            <a:extLst>
              <a:ext uri="{FF2B5EF4-FFF2-40B4-BE49-F238E27FC236}">
                <a16:creationId xmlns="" xmlns:a16="http://schemas.microsoft.com/office/drawing/2014/main" id="{D6D73FEF-4AED-4E29-A73E-9166ADC8D5CE}"/>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5738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dirty="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1/7/2026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811263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0" name="Group 299">
            <a:extLst>
              <a:ext uri="{FF2B5EF4-FFF2-40B4-BE49-F238E27FC236}">
                <a16:creationId xmlns="" xmlns:a16="http://schemas.microsoft.com/office/drawing/2014/main" id="{AE19E2D2-078B-459F-A431-2037B063FDF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241" name="Freeform 5">
              <a:extLst>
                <a:ext uri="{FF2B5EF4-FFF2-40B4-BE49-F238E27FC236}">
                  <a16:creationId xmlns="" xmlns:a16="http://schemas.microsoft.com/office/drawing/2014/main" id="{14035B44-9204-427C-98D0-75678B980CE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2" name="Freeform 6">
              <a:extLst>
                <a:ext uri="{FF2B5EF4-FFF2-40B4-BE49-F238E27FC236}">
                  <a16:creationId xmlns="" xmlns:a16="http://schemas.microsoft.com/office/drawing/2014/main" id="{755FDC7E-5938-4B4B-8877-06EE01FCDBC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3" name="Freeform 7">
              <a:extLst>
                <a:ext uri="{FF2B5EF4-FFF2-40B4-BE49-F238E27FC236}">
                  <a16:creationId xmlns="" xmlns:a16="http://schemas.microsoft.com/office/drawing/2014/main" id="{F0437E65-E6AA-41CB-8690-97980FE0D42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4" name="Freeform 8">
              <a:extLst>
                <a:ext uri="{FF2B5EF4-FFF2-40B4-BE49-F238E27FC236}">
                  <a16:creationId xmlns="" xmlns:a16="http://schemas.microsoft.com/office/drawing/2014/main" id="{3F0EF991-E8E2-4486-80F2-A9E03DA18DD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5" name="Freeform 9">
              <a:extLst>
                <a:ext uri="{FF2B5EF4-FFF2-40B4-BE49-F238E27FC236}">
                  <a16:creationId xmlns="" xmlns:a16="http://schemas.microsoft.com/office/drawing/2014/main" id="{FB081D04-EE00-42EF-BBFB-68467361380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6" name="Freeform 10">
              <a:extLst>
                <a:ext uri="{FF2B5EF4-FFF2-40B4-BE49-F238E27FC236}">
                  <a16:creationId xmlns="" xmlns:a16="http://schemas.microsoft.com/office/drawing/2014/main" id="{12B7F571-868C-421B-8A57-6196C8124CA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7" name="Freeform 11">
              <a:extLst>
                <a:ext uri="{FF2B5EF4-FFF2-40B4-BE49-F238E27FC236}">
                  <a16:creationId xmlns="" xmlns:a16="http://schemas.microsoft.com/office/drawing/2014/main" id="{7E4953C7-80FE-46D4-A354-20321F42111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8" name="Freeform 12">
              <a:extLst>
                <a:ext uri="{FF2B5EF4-FFF2-40B4-BE49-F238E27FC236}">
                  <a16:creationId xmlns="" xmlns:a16="http://schemas.microsoft.com/office/drawing/2014/main" id="{C60293D3-71F6-45CD-890F-E68F81CDD9D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9" name="Freeform 13">
              <a:extLst>
                <a:ext uri="{FF2B5EF4-FFF2-40B4-BE49-F238E27FC236}">
                  <a16:creationId xmlns="" xmlns:a16="http://schemas.microsoft.com/office/drawing/2014/main" id="{940865AC-2494-4A34-80AC-0D78FE9C50D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0" name="Freeform 14">
              <a:extLst>
                <a:ext uri="{FF2B5EF4-FFF2-40B4-BE49-F238E27FC236}">
                  <a16:creationId xmlns="" xmlns:a16="http://schemas.microsoft.com/office/drawing/2014/main" id="{E8206DC4-8F5A-4192-BB5B-39A4A2CDDD4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1" name="Freeform 15">
              <a:extLst>
                <a:ext uri="{FF2B5EF4-FFF2-40B4-BE49-F238E27FC236}">
                  <a16:creationId xmlns="" xmlns:a16="http://schemas.microsoft.com/office/drawing/2014/main" id="{1851F69F-8755-4226-9A81-C27799E32B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2" name="Freeform 16">
              <a:extLst>
                <a:ext uri="{FF2B5EF4-FFF2-40B4-BE49-F238E27FC236}">
                  <a16:creationId xmlns="" xmlns:a16="http://schemas.microsoft.com/office/drawing/2014/main" id="{D85B97EF-28BC-441A-9EBB-81EF34094A7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3" name="Freeform 17">
              <a:extLst>
                <a:ext uri="{FF2B5EF4-FFF2-40B4-BE49-F238E27FC236}">
                  <a16:creationId xmlns="" xmlns:a16="http://schemas.microsoft.com/office/drawing/2014/main" id="{7C68D975-1EC2-4BFA-811D-0454109E3B2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4" name="Freeform 18">
              <a:extLst>
                <a:ext uri="{FF2B5EF4-FFF2-40B4-BE49-F238E27FC236}">
                  <a16:creationId xmlns="" xmlns:a16="http://schemas.microsoft.com/office/drawing/2014/main" id="{251959DD-2AB4-4342-8A28-A252939263F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5" name="Freeform 19">
              <a:extLst>
                <a:ext uri="{FF2B5EF4-FFF2-40B4-BE49-F238E27FC236}">
                  <a16:creationId xmlns="" xmlns:a16="http://schemas.microsoft.com/office/drawing/2014/main" id="{785D37AB-3782-4D04-A998-0C126E1BDFF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6" name="Freeform 20">
              <a:extLst>
                <a:ext uri="{FF2B5EF4-FFF2-40B4-BE49-F238E27FC236}">
                  <a16:creationId xmlns="" xmlns:a16="http://schemas.microsoft.com/office/drawing/2014/main" id="{9313ACA4-E3EA-43A3-822B-DD5DF119D13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57" name="Freeform 21">
              <a:extLst>
                <a:ext uri="{FF2B5EF4-FFF2-40B4-BE49-F238E27FC236}">
                  <a16:creationId xmlns="" xmlns:a16="http://schemas.microsoft.com/office/drawing/2014/main" id="{5A98D1AB-DF34-414B-9696-4B671EC20B9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58" name="Freeform 22">
              <a:extLst>
                <a:ext uri="{FF2B5EF4-FFF2-40B4-BE49-F238E27FC236}">
                  <a16:creationId xmlns="" xmlns:a16="http://schemas.microsoft.com/office/drawing/2014/main" id="{8153A7D0-F980-48CC-B318-806C679F486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9" name="Freeform 23">
              <a:extLst>
                <a:ext uri="{FF2B5EF4-FFF2-40B4-BE49-F238E27FC236}">
                  <a16:creationId xmlns="" xmlns:a16="http://schemas.microsoft.com/office/drawing/2014/main" id="{96E44097-7726-43F7-9E27-8BD5BCF89A0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0" name="Freeform 24">
              <a:extLst>
                <a:ext uri="{FF2B5EF4-FFF2-40B4-BE49-F238E27FC236}">
                  <a16:creationId xmlns="" xmlns:a16="http://schemas.microsoft.com/office/drawing/2014/main" id="{65B28630-DA3C-4E4C-94ED-0ED8F353C05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1" name="Freeform 25">
              <a:extLst>
                <a:ext uri="{FF2B5EF4-FFF2-40B4-BE49-F238E27FC236}">
                  <a16:creationId xmlns="" xmlns:a16="http://schemas.microsoft.com/office/drawing/2014/main" id="{1686151F-4919-4A15-9EC3-0329453ED63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01" name="Group 300">
            <a:extLst>
              <a:ext uri="{FF2B5EF4-FFF2-40B4-BE49-F238E27FC236}">
                <a16:creationId xmlns="" xmlns:a16="http://schemas.microsoft.com/office/drawing/2014/main" id="{E10C7CFA-FC7F-479C-9026-39109C0B596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264" name="Rectangle 263">
              <a:extLst>
                <a:ext uri="{FF2B5EF4-FFF2-40B4-BE49-F238E27FC236}">
                  <a16:creationId xmlns="" xmlns:a16="http://schemas.microsoft.com/office/drawing/2014/main" id="{9971A5E3-BBAD-4023-B07C-7FBC4202D8A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5" name="Isosceles Triangle 22">
              <a:extLst>
                <a:ext uri="{FF2B5EF4-FFF2-40B4-BE49-F238E27FC236}">
                  <a16:creationId xmlns="" xmlns:a16="http://schemas.microsoft.com/office/drawing/2014/main" id="{FC05BA5F-5BBE-4BFA-A313-1554762332C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6" name="Rectangle 265">
              <a:extLst>
                <a:ext uri="{FF2B5EF4-FFF2-40B4-BE49-F238E27FC236}">
                  <a16:creationId xmlns="" xmlns:a16="http://schemas.microsoft.com/office/drawing/2014/main" id="{5275B948-0170-4286-84CE-04CA461F274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02" name="Rectangle 301">
            <a:extLst>
              <a:ext uri="{FF2B5EF4-FFF2-40B4-BE49-F238E27FC236}">
                <a16:creationId xmlns="" xmlns:a16="http://schemas.microsoft.com/office/drawing/2014/main" id="{4B29F729-0A42-48CE-A312-33FD5154839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3" name="Group 302">
            <a:extLst>
              <a:ext uri="{FF2B5EF4-FFF2-40B4-BE49-F238E27FC236}">
                <a16:creationId xmlns="" xmlns:a16="http://schemas.microsoft.com/office/drawing/2014/main" id="{1505E849-813F-40D8-8445-B012AD79020D}"/>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271" name="Freeform 5">
              <a:extLst>
                <a:ext uri="{FF2B5EF4-FFF2-40B4-BE49-F238E27FC236}">
                  <a16:creationId xmlns="" xmlns:a16="http://schemas.microsoft.com/office/drawing/2014/main" id="{D39F74FE-3B25-4874-AD69-956D4EDA6FB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2" name="Freeform 6">
              <a:extLst>
                <a:ext uri="{FF2B5EF4-FFF2-40B4-BE49-F238E27FC236}">
                  <a16:creationId xmlns="" xmlns:a16="http://schemas.microsoft.com/office/drawing/2014/main" id="{0AE1FE66-94C2-44C6-8C03-B2E4B346116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7">
              <a:extLst>
                <a:ext uri="{FF2B5EF4-FFF2-40B4-BE49-F238E27FC236}">
                  <a16:creationId xmlns="" xmlns:a16="http://schemas.microsoft.com/office/drawing/2014/main" id="{4016DA16-0782-4D69-8DE2-108188843E3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8">
              <a:extLst>
                <a:ext uri="{FF2B5EF4-FFF2-40B4-BE49-F238E27FC236}">
                  <a16:creationId xmlns="" xmlns:a16="http://schemas.microsoft.com/office/drawing/2014/main" id="{BA8504C6-AA76-4493-9FF0-D778F9463B0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9">
              <a:extLst>
                <a:ext uri="{FF2B5EF4-FFF2-40B4-BE49-F238E27FC236}">
                  <a16:creationId xmlns="" xmlns:a16="http://schemas.microsoft.com/office/drawing/2014/main" id="{95633BD3-7EB3-4DDE-9FBC-BFB4C7D72C8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Freeform 10">
              <a:extLst>
                <a:ext uri="{FF2B5EF4-FFF2-40B4-BE49-F238E27FC236}">
                  <a16:creationId xmlns="" xmlns:a16="http://schemas.microsoft.com/office/drawing/2014/main" id="{92302A73-FA2B-41C1-9E7E-A1B52CE5000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7" name="Freeform 11">
              <a:extLst>
                <a:ext uri="{FF2B5EF4-FFF2-40B4-BE49-F238E27FC236}">
                  <a16:creationId xmlns="" xmlns:a16="http://schemas.microsoft.com/office/drawing/2014/main" id="{370FDB90-0298-4897-BCBF-F7185D371EE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Freeform 12">
              <a:extLst>
                <a:ext uri="{FF2B5EF4-FFF2-40B4-BE49-F238E27FC236}">
                  <a16:creationId xmlns="" xmlns:a16="http://schemas.microsoft.com/office/drawing/2014/main" id="{5E26B346-0E85-4695-83E0-0E7C0B08208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9" name="Freeform 13">
              <a:extLst>
                <a:ext uri="{FF2B5EF4-FFF2-40B4-BE49-F238E27FC236}">
                  <a16:creationId xmlns="" xmlns:a16="http://schemas.microsoft.com/office/drawing/2014/main" id="{51EC89A4-F461-4543-8645-271F8B104C1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0" name="Freeform 14">
              <a:extLst>
                <a:ext uri="{FF2B5EF4-FFF2-40B4-BE49-F238E27FC236}">
                  <a16:creationId xmlns="" xmlns:a16="http://schemas.microsoft.com/office/drawing/2014/main" id="{8ABA7361-147E-426C-A599-238C67AABD0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Freeform 15">
              <a:extLst>
                <a:ext uri="{FF2B5EF4-FFF2-40B4-BE49-F238E27FC236}">
                  <a16:creationId xmlns="" xmlns:a16="http://schemas.microsoft.com/office/drawing/2014/main" id="{11243D1A-1829-40E4-A1DA-838A498B8F2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2" name="Freeform 16">
              <a:extLst>
                <a:ext uri="{FF2B5EF4-FFF2-40B4-BE49-F238E27FC236}">
                  <a16:creationId xmlns="" xmlns:a16="http://schemas.microsoft.com/office/drawing/2014/main" id="{3649D6C1-B0C7-4FC2-8D6D-D14E0317116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3" name="Freeform 17">
              <a:extLst>
                <a:ext uri="{FF2B5EF4-FFF2-40B4-BE49-F238E27FC236}">
                  <a16:creationId xmlns="" xmlns:a16="http://schemas.microsoft.com/office/drawing/2014/main" id="{5C464254-B927-4F74-94CB-7E8A2C8A74B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4" name="Freeform 18">
              <a:extLst>
                <a:ext uri="{FF2B5EF4-FFF2-40B4-BE49-F238E27FC236}">
                  <a16:creationId xmlns="" xmlns:a16="http://schemas.microsoft.com/office/drawing/2014/main" id="{A1659A09-BA77-4EE2-8422-15C99162E87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19">
              <a:extLst>
                <a:ext uri="{FF2B5EF4-FFF2-40B4-BE49-F238E27FC236}">
                  <a16:creationId xmlns="" xmlns:a16="http://schemas.microsoft.com/office/drawing/2014/main" id="{B5390F6B-8B1C-4871-83B4-0EBC10E820A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20">
              <a:extLst>
                <a:ext uri="{FF2B5EF4-FFF2-40B4-BE49-F238E27FC236}">
                  <a16:creationId xmlns="" xmlns:a16="http://schemas.microsoft.com/office/drawing/2014/main" id="{F1D9A071-078F-4A04-9050-CD55C1C9688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Freeform 21">
              <a:extLst>
                <a:ext uri="{FF2B5EF4-FFF2-40B4-BE49-F238E27FC236}">
                  <a16:creationId xmlns="" xmlns:a16="http://schemas.microsoft.com/office/drawing/2014/main" id="{2E5E2DEA-22DB-4FCE-A4A5-B585E03D653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Freeform 22">
              <a:extLst>
                <a:ext uri="{FF2B5EF4-FFF2-40B4-BE49-F238E27FC236}">
                  <a16:creationId xmlns="" xmlns:a16="http://schemas.microsoft.com/office/drawing/2014/main" id="{B84ED8C2-529F-4BDB-A4DE-B5E9DA39352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9" name="Freeform 23">
              <a:extLst>
                <a:ext uri="{FF2B5EF4-FFF2-40B4-BE49-F238E27FC236}">
                  <a16:creationId xmlns="" xmlns:a16="http://schemas.microsoft.com/office/drawing/2014/main" id="{85DD9EA3-7B98-475B-9594-E2690AA3ED3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Freeform 24">
              <a:extLst>
                <a:ext uri="{FF2B5EF4-FFF2-40B4-BE49-F238E27FC236}">
                  <a16:creationId xmlns="" xmlns:a16="http://schemas.microsoft.com/office/drawing/2014/main" id="{EF5CC864-E41A-4179-973E-A1122E5F802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
              <a:extLst>
                <a:ext uri="{FF2B5EF4-FFF2-40B4-BE49-F238E27FC236}">
                  <a16:creationId xmlns="" xmlns:a16="http://schemas.microsoft.com/office/drawing/2014/main" id="{65FB6BBB-28E3-4985-B1F2-31CC835614D1}"/>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7" name="Picture 6" descr="A large building with a red roof surrounded by trees&#10;&#10;Description automatically generated">
            <a:extLst>
              <a:ext uri="{FF2B5EF4-FFF2-40B4-BE49-F238E27FC236}">
                <a16:creationId xmlns="" xmlns:a16="http://schemas.microsoft.com/office/drawing/2014/main" id="{068B53D9-B7FC-E978-8A9F-0F56446A226B}"/>
              </a:ext>
            </a:extLst>
          </p:cNvPr>
          <p:cNvPicPr>
            <a:picLocks noChangeAspect="1"/>
          </p:cNvPicPr>
          <p:nvPr/>
        </p:nvPicPr>
        <p:blipFill rotWithShape="1">
          <a:blip r:embed="rId3"/>
          <a:srcRect l="13867" r="23991" b="1"/>
          <a:stretch/>
        </p:blipFill>
        <p:spPr>
          <a:xfrm>
            <a:off x="20" y="-1"/>
            <a:ext cx="6737898" cy="6858000"/>
          </a:xfrm>
          <a:prstGeom prst="rect">
            <a:avLst/>
          </a:prstGeom>
          <a:ln w="9525">
            <a:solidFill>
              <a:schemeClr val="tx1">
                <a:alpha val="20000"/>
              </a:schemeClr>
            </a:solidFill>
          </a:ln>
        </p:spPr>
      </p:pic>
      <p:grpSp>
        <p:nvGrpSpPr>
          <p:cNvPr id="304" name="Group 303">
            <a:extLst>
              <a:ext uri="{FF2B5EF4-FFF2-40B4-BE49-F238E27FC236}">
                <a16:creationId xmlns="" xmlns:a16="http://schemas.microsoft.com/office/drawing/2014/main" id="{C17550FC-250C-4AEB-9500-4FC80124925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1529147" y="1699589"/>
            <a:ext cx="3674476" cy="3470421"/>
            <a:chOff x="697883" y="1816768"/>
            <a:chExt cx="3674476" cy="3470421"/>
          </a:xfrm>
        </p:grpSpPr>
        <p:sp>
          <p:nvSpPr>
            <p:cNvPr id="305" name="Rectangle 304">
              <a:extLst>
                <a:ext uri="{FF2B5EF4-FFF2-40B4-BE49-F238E27FC236}">
                  <a16:creationId xmlns="" xmlns:a16="http://schemas.microsoft.com/office/drawing/2014/main" id="{4CA2BAC1-E62C-433A-9D69-284AEDF192A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Isosceles Triangle 22">
              <a:extLst>
                <a:ext uri="{FF2B5EF4-FFF2-40B4-BE49-F238E27FC236}">
                  <a16:creationId xmlns="" xmlns:a16="http://schemas.microsoft.com/office/drawing/2014/main" id="{2A2A1746-D2F1-4A2B-8757-9151E4C7684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 xmlns:a16="http://schemas.microsoft.com/office/drawing/2014/main" id="{AACCA9C1-5116-4290-9D92-5AA2A830E50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 xmlns:a16="http://schemas.microsoft.com/office/drawing/2014/main" id="{51DF3D98-3C30-4CFC-8643-C81E829C8C25}"/>
              </a:ext>
            </a:extLst>
          </p:cNvPr>
          <p:cNvSpPr>
            <a:spLocks noGrp="1"/>
          </p:cNvSpPr>
          <p:nvPr>
            <p:ph type="ctrTitle"/>
          </p:nvPr>
        </p:nvSpPr>
        <p:spPr>
          <a:xfrm>
            <a:off x="1616896" y="2358391"/>
            <a:ext cx="3498979" cy="2453676"/>
          </a:xfrm>
        </p:spPr>
        <p:txBody>
          <a:bodyPr vert="horz" lIns="228600" tIns="228600" rIns="228600" bIns="228600" rtlCol="0" anchor="ctr">
            <a:normAutofit/>
          </a:bodyPr>
          <a:lstStyle/>
          <a:p>
            <a:pPr algn="ctr"/>
            <a:r>
              <a:rPr lang="en-US" sz="4000">
                <a:solidFill>
                  <a:srgbClr val="FFFEFF"/>
                </a:solidFill>
              </a:rPr>
              <a:t>COLLEGE MANAGEMENT SYSTEM </a:t>
            </a:r>
          </a:p>
        </p:txBody>
      </p:sp>
      <p:sp>
        <p:nvSpPr>
          <p:cNvPr id="3" name="Subtitle 2">
            <a:extLst>
              <a:ext uri="{FF2B5EF4-FFF2-40B4-BE49-F238E27FC236}">
                <a16:creationId xmlns="" xmlns:a16="http://schemas.microsoft.com/office/drawing/2014/main" id="{A068D447-28D3-4F5F-B2DC-FD67E9015868}"/>
              </a:ext>
            </a:extLst>
          </p:cNvPr>
          <p:cNvSpPr>
            <a:spLocks noGrp="1"/>
          </p:cNvSpPr>
          <p:nvPr>
            <p:ph type="subTitle" idx="1"/>
          </p:nvPr>
        </p:nvSpPr>
        <p:spPr>
          <a:xfrm>
            <a:off x="7552340" y="803186"/>
            <a:ext cx="3847979" cy="5248622"/>
          </a:xfrm>
        </p:spPr>
        <p:txBody>
          <a:bodyPr vert="horz" lIns="91440" tIns="45720" rIns="91440" bIns="45720" rtlCol="0" anchor="ctr">
            <a:normAutofit/>
          </a:bodyPr>
          <a:lstStyle/>
          <a:p>
            <a:r>
              <a:rPr lang="en-US" dirty="0">
                <a:solidFill>
                  <a:schemeClr val="tx1"/>
                </a:solidFill>
              </a:rPr>
              <a:t>    </a:t>
            </a:r>
          </a:p>
          <a:p>
            <a:r>
              <a:rPr lang="en-US" dirty="0">
                <a:solidFill>
                  <a:schemeClr val="tx1"/>
                </a:solidFill>
              </a:rPr>
              <a:t>     MPSTMP SHIRPUR</a:t>
            </a:r>
            <a:endParaRPr lang="en-US" dirty="0"/>
          </a:p>
          <a:p>
            <a:pPr indent="-228600">
              <a:buFont typeface="Wingdings" panose="05000000000000000000" pitchFamily="2" charset="2"/>
              <a:buChar char="§"/>
            </a:pPr>
            <a:r>
              <a:rPr lang="en-US" dirty="0">
                <a:solidFill>
                  <a:schemeClr val="tx1"/>
                </a:solidFill>
              </a:rPr>
              <a:t>SEMESTER 4 PROJECT </a:t>
            </a:r>
          </a:p>
          <a:p>
            <a:pPr indent="-228600">
              <a:buFont typeface="Wingdings" panose="05000000000000000000" pitchFamily="2" charset="2"/>
              <a:buChar char="§"/>
            </a:pPr>
            <a:r>
              <a:rPr lang="en-US" dirty="0">
                <a:solidFill>
                  <a:schemeClr val="tx1"/>
                </a:solidFill>
              </a:rPr>
              <a:t>2023-24</a:t>
            </a:r>
          </a:p>
          <a:p>
            <a:pPr indent="-228600">
              <a:buFont typeface="Wingdings" panose="05000000000000000000" pitchFamily="2" charset="2"/>
              <a:buChar char="§"/>
            </a:pPr>
            <a:r>
              <a:rPr lang="en-US" dirty="0">
                <a:solidFill>
                  <a:schemeClr val="tx1"/>
                </a:solidFill>
              </a:rPr>
              <a:t>DIVISION –A</a:t>
            </a:r>
          </a:p>
          <a:p>
            <a:pPr indent="-228600">
              <a:buFont typeface="Wingdings" panose="05000000000000000000" pitchFamily="2" charset="2"/>
              <a:buChar char="§"/>
            </a:pPr>
            <a:r>
              <a:rPr lang="en-US" dirty="0">
                <a:solidFill>
                  <a:schemeClr val="tx1"/>
                </a:solidFill>
              </a:rPr>
              <a:t>RADHIKA VYAS: -</a:t>
            </a:r>
            <a:r>
              <a:rPr lang="en-US" dirty="0" smtClean="0">
                <a:solidFill>
                  <a:schemeClr val="tx1"/>
                </a:solidFill>
              </a:rPr>
              <a:t>70022200422</a:t>
            </a:r>
            <a:endParaRPr lang="en-US" dirty="0">
              <a:solidFill>
                <a:schemeClr val="tx1"/>
              </a:solidFill>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8370" y="11281"/>
            <a:ext cx="2486593" cy="1889947"/>
          </a:xfrm>
          <a:prstGeom prst="rect">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4" name="Group 143">
            <a:extLst>
              <a:ext uri="{FF2B5EF4-FFF2-40B4-BE49-F238E27FC236}">
                <a16:creationId xmlns="" xmlns:a16="http://schemas.microsoft.com/office/drawing/2014/main" id="{AE19E2D2-078B-459F-A431-2037B063FDF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86" name="Freeform 5">
              <a:extLst>
                <a:ext uri="{FF2B5EF4-FFF2-40B4-BE49-F238E27FC236}">
                  <a16:creationId xmlns="" xmlns:a16="http://schemas.microsoft.com/office/drawing/2014/main" id="{14035B44-9204-427C-98D0-75678B980CE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6">
              <a:extLst>
                <a:ext uri="{FF2B5EF4-FFF2-40B4-BE49-F238E27FC236}">
                  <a16:creationId xmlns="" xmlns:a16="http://schemas.microsoft.com/office/drawing/2014/main" id="{755FDC7E-5938-4B4B-8877-06EE01FCDBC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7">
              <a:extLst>
                <a:ext uri="{FF2B5EF4-FFF2-40B4-BE49-F238E27FC236}">
                  <a16:creationId xmlns="" xmlns:a16="http://schemas.microsoft.com/office/drawing/2014/main" id="{F0437E65-E6AA-41CB-8690-97980FE0D42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8">
              <a:extLst>
                <a:ext uri="{FF2B5EF4-FFF2-40B4-BE49-F238E27FC236}">
                  <a16:creationId xmlns="" xmlns:a16="http://schemas.microsoft.com/office/drawing/2014/main" id="{3F0EF991-E8E2-4486-80F2-A9E03DA18DD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9">
              <a:extLst>
                <a:ext uri="{FF2B5EF4-FFF2-40B4-BE49-F238E27FC236}">
                  <a16:creationId xmlns="" xmlns:a16="http://schemas.microsoft.com/office/drawing/2014/main" id="{FB081D04-EE00-42EF-BBFB-68467361380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0">
              <a:extLst>
                <a:ext uri="{FF2B5EF4-FFF2-40B4-BE49-F238E27FC236}">
                  <a16:creationId xmlns="" xmlns:a16="http://schemas.microsoft.com/office/drawing/2014/main" id="{12B7F571-868C-421B-8A57-6196C8124CA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11">
              <a:extLst>
                <a:ext uri="{FF2B5EF4-FFF2-40B4-BE49-F238E27FC236}">
                  <a16:creationId xmlns="" xmlns:a16="http://schemas.microsoft.com/office/drawing/2014/main" id="{7E4953C7-80FE-46D4-A354-20321F42111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2">
              <a:extLst>
                <a:ext uri="{FF2B5EF4-FFF2-40B4-BE49-F238E27FC236}">
                  <a16:creationId xmlns="" xmlns:a16="http://schemas.microsoft.com/office/drawing/2014/main" id="{C60293D3-71F6-45CD-890F-E68F81CDD9D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3">
              <a:extLst>
                <a:ext uri="{FF2B5EF4-FFF2-40B4-BE49-F238E27FC236}">
                  <a16:creationId xmlns="" xmlns:a16="http://schemas.microsoft.com/office/drawing/2014/main" id="{940865AC-2494-4A34-80AC-0D78FE9C50D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4">
              <a:extLst>
                <a:ext uri="{FF2B5EF4-FFF2-40B4-BE49-F238E27FC236}">
                  <a16:creationId xmlns="" xmlns:a16="http://schemas.microsoft.com/office/drawing/2014/main" id="{E8206DC4-8F5A-4192-BB5B-39A4A2CDDD4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5">
              <a:extLst>
                <a:ext uri="{FF2B5EF4-FFF2-40B4-BE49-F238E27FC236}">
                  <a16:creationId xmlns="" xmlns:a16="http://schemas.microsoft.com/office/drawing/2014/main" id="{1851F69F-8755-4226-9A81-C27799E32B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6">
              <a:extLst>
                <a:ext uri="{FF2B5EF4-FFF2-40B4-BE49-F238E27FC236}">
                  <a16:creationId xmlns="" xmlns:a16="http://schemas.microsoft.com/office/drawing/2014/main" id="{D85B97EF-28BC-441A-9EBB-81EF34094A7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7">
              <a:extLst>
                <a:ext uri="{FF2B5EF4-FFF2-40B4-BE49-F238E27FC236}">
                  <a16:creationId xmlns="" xmlns:a16="http://schemas.microsoft.com/office/drawing/2014/main" id="{7C68D975-1EC2-4BFA-811D-0454109E3B2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8">
              <a:extLst>
                <a:ext uri="{FF2B5EF4-FFF2-40B4-BE49-F238E27FC236}">
                  <a16:creationId xmlns="" xmlns:a16="http://schemas.microsoft.com/office/drawing/2014/main" id="{251959DD-2AB4-4342-8A28-A252939263F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9">
              <a:extLst>
                <a:ext uri="{FF2B5EF4-FFF2-40B4-BE49-F238E27FC236}">
                  <a16:creationId xmlns="" xmlns:a16="http://schemas.microsoft.com/office/drawing/2014/main" id="{785D37AB-3782-4D04-A998-0C126E1BDFF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0">
              <a:extLst>
                <a:ext uri="{FF2B5EF4-FFF2-40B4-BE49-F238E27FC236}">
                  <a16:creationId xmlns="" xmlns:a16="http://schemas.microsoft.com/office/drawing/2014/main" id="{9313ACA4-E3EA-43A3-822B-DD5DF119D13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21">
              <a:extLst>
                <a:ext uri="{FF2B5EF4-FFF2-40B4-BE49-F238E27FC236}">
                  <a16:creationId xmlns="" xmlns:a16="http://schemas.microsoft.com/office/drawing/2014/main" id="{5A98D1AB-DF34-414B-9696-4B671EC20B9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3" name="Freeform 22">
              <a:extLst>
                <a:ext uri="{FF2B5EF4-FFF2-40B4-BE49-F238E27FC236}">
                  <a16:creationId xmlns="" xmlns:a16="http://schemas.microsoft.com/office/drawing/2014/main" id="{8153A7D0-F980-48CC-B318-806C679F486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23">
              <a:extLst>
                <a:ext uri="{FF2B5EF4-FFF2-40B4-BE49-F238E27FC236}">
                  <a16:creationId xmlns="" xmlns:a16="http://schemas.microsoft.com/office/drawing/2014/main" id="{96E44097-7726-43F7-9E27-8BD5BCF89A0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4">
              <a:extLst>
                <a:ext uri="{FF2B5EF4-FFF2-40B4-BE49-F238E27FC236}">
                  <a16:creationId xmlns="" xmlns:a16="http://schemas.microsoft.com/office/drawing/2014/main" id="{65B28630-DA3C-4E4C-94ED-0ED8F353C05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5">
              <a:extLst>
                <a:ext uri="{FF2B5EF4-FFF2-40B4-BE49-F238E27FC236}">
                  <a16:creationId xmlns="" xmlns:a16="http://schemas.microsoft.com/office/drawing/2014/main" id="{1686151F-4919-4A15-9EC3-0329453ED63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145" name="Group 144">
            <a:extLst>
              <a:ext uri="{FF2B5EF4-FFF2-40B4-BE49-F238E27FC236}">
                <a16:creationId xmlns="" xmlns:a16="http://schemas.microsoft.com/office/drawing/2014/main" id="{E10C7CFA-FC7F-479C-9026-39109C0B596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109" name="Rectangle 108">
              <a:extLst>
                <a:ext uri="{FF2B5EF4-FFF2-40B4-BE49-F238E27FC236}">
                  <a16:creationId xmlns="" xmlns:a16="http://schemas.microsoft.com/office/drawing/2014/main" id="{9971A5E3-BBAD-4023-B07C-7FBC4202D8A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0" name="Isosceles Triangle 22">
              <a:extLst>
                <a:ext uri="{FF2B5EF4-FFF2-40B4-BE49-F238E27FC236}">
                  <a16:creationId xmlns="" xmlns:a16="http://schemas.microsoft.com/office/drawing/2014/main" id="{FC05BA5F-5BBE-4BFA-A313-1554762332C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1" name="Rectangle 110">
              <a:extLst>
                <a:ext uri="{FF2B5EF4-FFF2-40B4-BE49-F238E27FC236}">
                  <a16:creationId xmlns="" xmlns:a16="http://schemas.microsoft.com/office/drawing/2014/main" id="{5275B948-0170-4286-84CE-04CA461F274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146" name="Rectangle 145">
            <a:extLst>
              <a:ext uri="{FF2B5EF4-FFF2-40B4-BE49-F238E27FC236}">
                <a16:creationId xmlns="" xmlns:a16="http://schemas.microsoft.com/office/drawing/2014/main" id="{59C0AD34-689A-4954-B857-28A56A031C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a:extLst>
              <a:ext uri="{FF2B5EF4-FFF2-40B4-BE49-F238E27FC236}">
                <a16:creationId xmlns="" xmlns:a16="http://schemas.microsoft.com/office/drawing/2014/main" id="{2EF251E5-B061-410C-B249-58C6857613E1}"/>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116" name="Freeform 5">
              <a:extLst>
                <a:ext uri="{FF2B5EF4-FFF2-40B4-BE49-F238E27FC236}">
                  <a16:creationId xmlns="" xmlns:a16="http://schemas.microsoft.com/office/drawing/2014/main" id="{5820E53A-A780-41CF-9B04-52B707A5680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6">
              <a:extLst>
                <a:ext uri="{FF2B5EF4-FFF2-40B4-BE49-F238E27FC236}">
                  <a16:creationId xmlns="" xmlns:a16="http://schemas.microsoft.com/office/drawing/2014/main" id="{9A337230-F2D4-4984-B33B-BD5732CA7FB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7">
              <a:extLst>
                <a:ext uri="{FF2B5EF4-FFF2-40B4-BE49-F238E27FC236}">
                  <a16:creationId xmlns="" xmlns:a16="http://schemas.microsoft.com/office/drawing/2014/main" id="{150374BA-0847-4D86-BDAD-B3616B48ACB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8">
              <a:extLst>
                <a:ext uri="{FF2B5EF4-FFF2-40B4-BE49-F238E27FC236}">
                  <a16:creationId xmlns="" xmlns:a16="http://schemas.microsoft.com/office/drawing/2014/main" id="{756B05EF-64B2-4E1A-BEE2-2C91CEE448F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9">
              <a:extLst>
                <a:ext uri="{FF2B5EF4-FFF2-40B4-BE49-F238E27FC236}">
                  <a16:creationId xmlns="" xmlns:a16="http://schemas.microsoft.com/office/drawing/2014/main" id="{8EAC8528-3758-4668-AC4F-7A1ED80AA9B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10">
              <a:extLst>
                <a:ext uri="{FF2B5EF4-FFF2-40B4-BE49-F238E27FC236}">
                  <a16:creationId xmlns="" xmlns:a16="http://schemas.microsoft.com/office/drawing/2014/main" id="{9C60E31E-3A6D-4751-A2B9-6D6BBD3F42F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
              <a:extLst>
                <a:ext uri="{FF2B5EF4-FFF2-40B4-BE49-F238E27FC236}">
                  <a16:creationId xmlns="" xmlns:a16="http://schemas.microsoft.com/office/drawing/2014/main" id="{BDA3DA6A-3268-4B0F-AEE7-DAA73B1F398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12">
              <a:extLst>
                <a:ext uri="{FF2B5EF4-FFF2-40B4-BE49-F238E27FC236}">
                  <a16:creationId xmlns="" xmlns:a16="http://schemas.microsoft.com/office/drawing/2014/main" id="{2998BF04-8D3F-4A2A-99F5-4CA4E8CEAC7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13">
              <a:extLst>
                <a:ext uri="{FF2B5EF4-FFF2-40B4-BE49-F238E27FC236}">
                  <a16:creationId xmlns="" xmlns:a16="http://schemas.microsoft.com/office/drawing/2014/main" id="{0634B53A-D297-4948-A6D6-F6A97EA3025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Freeform 14">
              <a:extLst>
                <a:ext uri="{FF2B5EF4-FFF2-40B4-BE49-F238E27FC236}">
                  <a16:creationId xmlns="" xmlns:a16="http://schemas.microsoft.com/office/drawing/2014/main" id="{4E8DB691-0BA0-400D-800A-75BC377428E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Freeform 15">
              <a:extLst>
                <a:ext uri="{FF2B5EF4-FFF2-40B4-BE49-F238E27FC236}">
                  <a16:creationId xmlns="" xmlns:a16="http://schemas.microsoft.com/office/drawing/2014/main" id="{AFAFDDA3-AC41-4CF2-94B8-57BB1C5E5C2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 xmlns:a16="http://schemas.microsoft.com/office/drawing/2014/main" id="{4A15B2B0-A771-4DFA-9D23-CB066DAE79A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17">
              <a:extLst>
                <a:ext uri="{FF2B5EF4-FFF2-40B4-BE49-F238E27FC236}">
                  <a16:creationId xmlns="" xmlns:a16="http://schemas.microsoft.com/office/drawing/2014/main" id="{6181A0C3-EE79-45C0-B2F7-3EFDF30C92A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18">
              <a:extLst>
                <a:ext uri="{FF2B5EF4-FFF2-40B4-BE49-F238E27FC236}">
                  <a16:creationId xmlns="" xmlns:a16="http://schemas.microsoft.com/office/drawing/2014/main" id="{15E0117B-FD22-48B9-9C77-A8B559036E3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19">
              <a:extLst>
                <a:ext uri="{FF2B5EF4-FFF2-40B4-BE49-F238E27FC236}">
                  <a16:creationId xmlns="" xmlns:a16="http://schemas.microsoft.com/office/drawing/2014/main" id="{8E85FCEE-A313-4486-8C87-02810F69308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20">
              <a:extLst>
                <a:ext uri="{FF2B5EF4-FFF2-40B4-BE49-F238E27FC236}">
                  <a16:creationId xmlns="" xmlns:a16="http://schemas.microsoft.com/office/drawing/2014/main" id="{1C675BF2-101E-485B-8567-6DAC3E2E562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1">
              <a:extLst>
                <a:ext uri="{FF2B5EF4-FFF2-40B4-BE49-F238E27FC236}">
                  <a16:creationId xmlns="" xmlns:a16="http://schemas.microsoft.com/office/drawing/2014/main" id="{FB45911A-8248-42F7-B3EB-A00DB572005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2">
              <a:extLst>
                <a:ext uri="{FF2B5EF4-FFF2-40B4-BE49-F238E27FC236}">
                  <a16:creationId xmlns="" xmlns:a16="http://schemas.microsoft.com/office/drawing/2014/main" id="{5BB462F8-D1E7-49F8-BC68-C084D693D1F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23">
              <a:extLst>
                <a:ext uri="{FF2B5EF4-FFF2-40B4-BE49-F238E27FC236}">
                  <a16:creationId xmlns="" xmlns:a16="http://schemas.microsoft.com/office/drawing/2014/main" id="{A42670A7-31BD-4399-A52B-58F7DC2CD85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24">
              <a:extLst>
                <a:ext uri="{FF2B5EF4-FFF2-40B4-BE49-F238E27FC236}">
                  <a16:creationId xmlns="" xmlns:a16="http://schemas.microsoft.com/office/drawing/2014/main" id="{9A3D52C0-9637-4872-BE90-954269A9711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5">
              <a:extLst>
                <a:ext uri="{FF2B5EF4-FFF2-40B4-BE49-F238E27FC236}">
                  <a16:creationId xmlns="" xmlns:a16="http://schemas.microsoft.com/office/drawing/2014/main" id="{3C8A97F0-11E5-4091-BFF3-12036C2E243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14" name="Picture 13" descr="A stack of books in a room&#10;&#10;Description automatically generated">
            <a:extLst>
              <a:ext uri="{FF2B5EF4-FFF2-40B4-BE49-F238E27FC236}">
                <a16:creationId xmlns="" xmlns:a16="http://schemas.microsoft.com/office/drawing/2014/main" id="{AC772EF4-6B13-E1A3-6FBA-B37CCF8DD4A0}"/>
              </a:ext>
            </a:extLst>
          </p:cNvPr>
          <p:cNvPicPr>
            <a:picLocks noChangeAspect="1"/>
          </p:cNvPicPr>
          <p:nvPr/>
        </p:nvPicPr>
        <p:blipFill rotWithShape="1">
          <a:blip r:embed="rId2"/>
          <a:srcRect t="23017" r="-1" b="4400"/>
          <a:stretch/>
        </p:blipFill>
        <p:spPr>
          <a:xfrm>
            <a:off x="20" y="227"/>
            <a:ext cx="12191675" cy="6858000"/>
          </a:xfrm>
          <a:prstGeom prst="rect">
            <a:avLst/>
          </a:prstGeom>
        </p:spPr>
      </p:pic>
      <p:sp>
        <p:nvSpPr>
          <p:cNvPr id="148" name="Rectangle 147">
            <a:extLst>
              <a:ext uri="{FF2B5EF4-FFF2-40B4-BE49-F238E27FC236}">
                <a16:creationId xmlns="" xmlns:a16="http://schemas.microsoft.com/office/drawing/2014/main" id="{0D46847E-DF7B-4BE5-BA10-97AFF961CC8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674042" y="1186483"/>
            <a:ext cx="8843596" cy="505416"/>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 xmlns:a16="http://schemas.microsoft.com/office/drawing/2014/main" id="{227E50E2-800F-4574-8926-D1DB68914B2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669293" y="1776933"/>
            <a:ext cx="8845667" cy="3536419"/>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8C543F67-9C70-4748-8C0C-3A7863422F99}"/>
              </a:ext>
            </a:extLst>
          </p:cNvPr>
          <p:cNvSpPr>
            <a:spLocks noGrp="1"/>
          </p:cNvSpPr>
          <p:nvPr>
            <p:ph type="title" idx="4294967295"/>
          </p:nvPr>
        </p:nvSpPr>
        <p:spPr>
          <a:xfrm>
            <a:off x="2077181" y="2358391"/>
            <a:ext cx="2714952" cy="2453676"/>
          </a:xfrm>
        </p:spPr>
        <p:txBody>
          <a:bodyPr vert="horz" lIns="228600" tIns="228600" rIns="228600" bIns="228600" rtlCol="0" anchor="ctr">
            <a:normAutofit/>
          </a:bodyPr>
          <a:lstStyle/>
          <a:p>
            <a:r>
              <a:rPr lang="en-US" sz="2800">
                <a:solidFill>
                  <a:srgbClr val="FFFEFF"/>
                </a:solidFill>
              </a:rPr>
              <a:t>INTRODUCTION</a:t>
            </a:r>
          </a:p>
        </p:txBody>
      </p:sp>
      <p:sp>
        <p:nvSpPr>
          <p:cNvPr id="3" name="Content Placeholder 2">
            <a:extLst>
              <a:ext uri="{FF2B5EF4-FFF2-40B4-BE49-F238E27FC236}">
                <a16:creationId xmlns="" xmlns:a16="http://schemas.microsoft.com/office/drawing/2014/main" id="{95B371F2-DBA5-415A-82C8-651F587B857A}"/>
              </a:ext>
            </a:extLst>
          </p:cNvPr>
          <p:cNvSpPr>
            <a:spLocks/>
          </p:cNvSpPr>
          <p:nvPr/>
        </p:nvSpPr>
        <p:spPr>
          <a:xfrm>
            <a:off x="5112160" y="1862274"/>
            <a:ext cx="5315742" cy="3368347"/>
          </a:xfrm>
          <a:prstGeom prst="rect">
            <a:avLst/>
          </a:prstGeom>
        </p:spPr>
        <p:txBody>
          <a:bodyPr vert="horz" lIns="91440" tIns="45720" rIns="91440" bIns="45720" rtlCol="0" anchor="ctr">
            <a:normAutofit/>
          </a:bodyPr>
          <a:lstStyle/>
          <a:p>
            <a:pPr indent="-228600">
              <a:lnSpc>
                <a:spcPct val="120000"/>
              </a:lnSpc>
              <a:spcAft>
                <a:spcPts val="324"/>
              </a:spcAft>
              <a:buClr>
                <a:schemeClr val="accent1"/>
              </a:buClr>
              <a:buSzPct val="110000"/>
              <a:buFont typeface="Wingdings" panose="05000000000000000000" pitchFamily="2" charset="2"/>
              <a:buChar char="§"/>
            </a:pPr>
            <a:r>
              <a:rPr lang="en-US">
                <a:solidFill>
                  <a:srgbClr val="FFFFFE"/>
                </a:solidFill>
              </a:rPr>
              <a:t>A college management system is an ERP solution that enables the institutes to conduct online admissions, generate reports, create ID cards, enable online communication, manage curriculum, time tables and conduct online evaluations, track student progress, conduct data analysis, teach remotely, and handle enquiries and ..</a:t>
            </a:r>
          </a:p>
        </p:txBody>
      </p:sp>
      <p:sp>
        <p:nvSpPr>
          <p:cNvPr id="150" name="Isosceles Triangle 39">
            <a:extLst>
              <a:ext uri="{FF2B5EF4-FFF2-40B4-BE49-F238E27FC236}">
                <a16:creationId xmlns="" xmlns:a16="http://schemas.microsoft.com/office/drawing/2014/main" id="{7DC56226-648F-4399-93F6-94D24B60469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a:off x="5892384" y="5313353"/>
            <a:ext cx="407233" cy="351063"/>
          </a:xfrm>
          <a:prstGeom prst="triangle">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 xmlns:a16="http://schemas.microsoft.com/office/drawing/2014/main" id="{D25442E0-152B-4ACA-99D7-D70468E59E8D}"/>
              </a:ext>
            </a:extLst>
          </p:cNvPr>
          <p:cNvSpPr>
            <a:spLocks/>
          </p:cNvSpPr>
          <p:nvPr/>
        </p:nvSpPr>
        <p:spPr>
          <a:xfrm>
            <a:off x="6589280" y="1226342"/>
            <a:ext cx="274855" cy="96199"/>
          </a:xfrm>
          <a:prstGeom prst="rect">
            <a:avLst/>
          </a:prstGeom>
        </p:spPr>
        <p:txBody>
          <a:bodyPr/>
          <a:lstStyle/>
          <a:p>
            <a:pPr defTabSz="266639">
              <a:spcAft>
                <a:spcPts val="324"/>
              </a:spcAft>
            </a:pPr>
            <a:fld id="{294A09A9-5501-47C1-A89A-A340965A2BE2}" type="slidenum">
              <a:rPr lang="en-US" sz="525" kern="1200">
                <a:solidFill>
                  <a:schemeClr val="tx1"/>
                </a:solidFill>
                <a:latin typeface="+mn-lt"/>
                <a:ea typeface="+mn-ea"/>
                <a:cs typeface="+mn-cs"/>
              </a:rPr>
              <a:pPr defTabSz="266639">
                <a:spcAft>
                  <a:spcPts val="324"/>
                </a:spcAft>
              </a:pPr>
              <a:t>2</a:t>
            </a:fld>
            <a:endParaRPr lang="en-US"/>
          </a:p>
        </p:txBody>
      </p:sp>
    </p:spTree>
    <p:extLst>
      <p:ext uri="{BB962C8B-B14F-4D97-AF65-F5344CB8AC3E}">
        <p14:creationId xmlns:p14="http://schemas.microsoft.com/office/powerpoint/2010/main" val="163979915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1" name="Group 140">
            <a:extLst>
              <a:ext uri="{FF2B5EF4-FFF2-40B4-BE49-F238E27FC236}">
                <a16:creationId xmlns="" xmlns:a16="http://schemas.microsoft.com/office/drawing/2014/main" id="{AE19E2D2-078B-459F-A431-2037B063FDF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142" name="Freeform 5">
              <a:extLst>
                <a:ext uri="{FF2B5EF4-FFF2-40B4-BE49-F238E27FC236}">
                  <a16:creationId xmlns="" xmlns:a16="http://schemas.microsoft.com/office/drawing/2014/main" id="{14035B44-9204-427C-98D0-75678B980CE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3" name="Freeform 6">
              <a:extLst>
                <a:ext uri="{FF2B5EF4-FFF2-40B4-BE49-F238E27FC236}">
                  <a16:creationId xmlns="" xmlns:a16="http://schemas.microsoft.com/office/drawing/2014/main" id="{755FDC7E-5938-4B4B-8877-06EE01FCDBC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4" name="Freeform 7">
              <a:extLst>
                <a:ext uri="{FF2B5EF4-FFF2-40B4-BE49-F238E27FC236}">
                  <a16:creationId xmlns="" xmlns:a16="http://schemas.microsoft.com/office/drawing/2014/main" id="{F0437E65-E6AA-41CB-8690-97980FE0D42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5" name="Freeform 8">
              <a:extLst>
                <a:ext uri="{FF2B5EF4-FFF2-40B4-BE49-F238E27FC236}">
                  <a16:creationId xmlns="" xmlns:a16="http://schemas.microsoft.com/office/drawing/2014/main" id="{3F0EF991-E8E2-4486-80F2-A9E03DA18DD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6" name="Freeform 9">
              <a:extLst>
                <a:ext uri="{FF2B5EF4-FFF2-40B4-BE49-F238E27FC236}">
                  <a16:creationId xmlns="" xmlns:a16="http://schemas.microsoft.com/office/drawing/2014/main" id="{FB081D04-EE00-42EF-BBFB-68467361380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7" name="Freeform 10">
              <a:extLst>
                <a:ext uri="{FF2B5EF4-FFF2-40B4-BE49-F238E27FC236}">
                  <a16:creationId xmlns="" xmlns:a16="http://schemas.microsoft.com/office/drawing/2014/main" id="{12B7F571-868C-421B-8A57-6196C8124CA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8" name="Freeform 11">
              <a:extLst>
                <a:ext uri="{FF2B5EF4-FFF2-40B4-BE49-F238E27FC236}">
                  <a16:creationId xmlns="" xmlns:a16="http://schemas.microsoft.com/office/drawing/2014/main" id="{7E4953C7-80FE-46D4-A354-20321F42111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9" name="Freeform 12">
              <a:extLst>
                <a:ext uri="{FF2B5EF4-FFF2-40B4-BE49-F238E27FC236}">
                  <a16:creationId xmlns="" xmlns:a16="http://schemas.microsoft.com/office/drawing/2014/main" id="{C60293D3-71F6-45CD-890F-E68F81CDD9D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0" name="Freeform 13">
              <a:extLst>
                <a:ext uri="{FF2B5EF4-FFF2-40B4-BE49-F238E27FC236}">
                  <a16:creationId xmlns="" xmlns:a16="http://schemas.microsoft.com/office/drawing/2014/main" id="{940865AC-2494-4A34-80AC-0D78FE9C50D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1" name="Freeform 14">
              <a:extLst>
                <a:ext uri="{FF2B5EF4-FFF2-40B4-BE49-F238E27FC236}">
                  <a16:creationId xmlns="" xmlns:a16="http://schemas.microsoft.com/office/drawing/2014/main" id="{E8206DC4-8F5A-4192-BB5B-39A4A2CDDD4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2" name="Freeform 15">
              <a:extLst>
                <a:ext uri="{FF2B5EF4-FFF2-40B4-BE49-F238E27FC236}">
                  <a16:creationId xmlns="" xmlns:a16="http://schemas.microsoft.com/office/drawing/2014/main" id="{1851F69F-8755-4226-9A81-C27799E32B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3" name="Freeform 16">
              <a:extLst>
                <a:ext uri="{FF2B5EF4-FFF2-40B4-BE49-F238E27FC236}">
                  <a16:creationId xmlns="" xmlns:a16="http://schemas.microsoft.com/office/drawing/2014/main" id="{D85B97EF-28BC-441A-9EBB-81EF34094A7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4" name="Freeform 17">
              <a:extLst>
                <a:ext uri="{FF2B5EF4-FFF2-40B4-BE49-F238E27FC236}">
                  <a16:creationId xmlns="" xmlns:a16="http://schemas.microsoft.com/office/drawing/2014/main" id="{7C68D975-1EC2-4BFA-811D-0454109E3B2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5" name="Freeform 18">
              <a:extLst>
                <a:ext uri="{FF2B5EF4-FFF2-40B4-BE49-F238E27FC236}">
                  <a16:creationId xmlns="" xmlns:a16="http://schemas.microsoft.com/office/drawing/2014/main" id="{251959DD-2AB4-4342-8A28-A252939263F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6" name="Freeform 19">
              <a:extLst>
                <a:ext uri="{FF2B5EF4-FFF2-40B4-BE49-F238E27FC236}">
                  <a16:creationId xmlns="" xmlns:a16="http://schemas.microsoft.com/office/drawing/2014/main" id="{785D37AB-3782-4D04-A998-0C126E1BDFF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7" name="Freeform 20">
              <a:extLst>
                <a:ext uri="{FF2B5EF4-FFF2-40B4-BE49-F238E27FC236}">
                  <a16:creationId xmlns="" xmlns:a16="http://schemas.microsoft.com/office/drawing/2014/main" id="{9313ACA4-E3EA-43A3-822B-DD5DF119D13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58" name="Freeform 21">
              <a:extLst>
                <a:ext uri="{FF2B5EF4-FFF2-40B4-BE49-F238E27FC236}">
                  <a16:creationId xmlns="" xmlns:a16="http://schemas.microsoft.com/office/drawing/2014/main" id="{5A98D1AB-DF34-414B-9696-4B671EC20B9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59" name="Freeform 22">
              <a:extLst>
                <a:ext uri="{FF2B5EF4-FFF2-40B4-BE49-F238E27FC236}">
                  <a16:creationId xmlns="" xmlns:a16="http://schemas.microsoft.com/office/drawing/2014/main" id="{8153A7D0-F980-48CC-B318-806C679F486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0" name="Freeform 23">
              <a:extLst>
                <a:ext uri="{FF2B5EF4-FFF2-40B4-BE49-F238E27FC236}">
                  <a16:creationId xmlns="" xmlns:a16="http://schemas.microsoft.com/office/drawing/2014/main" id="{96E44097-7726-43F7-9E27-8BD5BCF89A0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1" name="Freeform 24">
              <a:extLst>
                <a:ext uri="{FF2B5EF4-FFF2-40B4-BE49-F238E27FC236}">
                  <a16:creationId xmlns="" xmlns:a16="http://schemas.microsoft.com/office/drawing/2014/main" id="{65B28630-DA3C-4E4C-94ED-0ED8F353C05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2" name="Freeform 25">
              <a:extLst>
                <a:ext uri="{FF2B5EF4-FFF2-40B4-BE49-F238E27FC236}">
                  <a16:creationId xmlns="" xmlns:a16="http://schemas.microsoft.com/office/drawing/2014/main" id="{1686151F-4919-4A15-9EC3-0329453ED63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164" name="Group 163">
            <a:extLst>
              <a:ext uri="{FF2B5EF4-FFF2-40B4-BE49-F238E27FC236}">
                <a16:creationId xmlns="" xmlns:a16="http://schemas.microsoft.com/office/drawing/2014/main" id="{E10C7CFA-FC7F-479C-9026-39109C0B596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165" name="Rectangle 164">
              <a:extLst>
                <a:ext uri="{FF2B5EF4-FFF2-40B4-BE49-F238E27FC236}">
                  <a16:creationId xmlns="" xmlns:a16="http://schemas.microsoft.com/office/drawing/2014/main" id="{9971A5E3-BBAD-4023-B07C-7FBC4202D8A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 name="Isosceles Triangle 22">
              <a:extLst>
                <a:ext uri="{FF2B5EF4-FFF2-40B4-BE49-F238E27FC236}">
                  <a16:creationId xmlns="" xmlns:a16="http://schemas.microsoft.com/office/drawing/2014/main" id="{FC05BA5F-5BBE-4BFA-A313-1554762332C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 name="Rectangle 166">
              <a:extLst>
                <a:ext uri="{FF2B5EF4-FFF2-40B4-BE49-F238E27FC236}">
                  <a16:creationId xmlns="" xmlns:a16="http://schemas.microsoft.com/office/drawing/2014/main" id="{5275B948-0170-4286-84CE-04CA461F274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169" name="Rectangle 168">
            <a:extLst>
              <a:ext uri="{FF2B5EF4-FFF2-40B4-BE49-F238E27FC236}">
                <a16:creationId xmlns="" xmlns:a16="http://schemas.microsoft.com/office/drawing/2014/main" id="{1DCECA6D-996A-491F-9000-A1C6DDAB351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cylinder with blue lines and red text&#10;&#10;Description automatically generated">
            <a:extLst>
              <a:ext uri="{FF2B5EF4-FFF2-40B4-BE49-F238E27FC236}">
                <a16:creationId xmlns="" xmlns:a16="http://schemas.microsoft.com/office/drawing/2014/main" id="{EF8125D7-12DD-5E1C-B809-C94D40F64AF2}"/>
              </a:ext>
            </a:extLst>
          </p:cNvPr>
          <p:cNvPicPr>
            <a:picLocks noChangeAspect="1"/>
          </p:cNvPicPr>
          <p:nvPr/>
        </p:nvPicPr>
        <p:blipFill rotWithShape="1">
          <a:blip r:embed="rId2"/>
          <a:srcRect t="6857" r="-1" b="6601"/>
          <a:stretch/>
        </p:blipFill>
        <p:spPr>
          <a:xfrm>
            <a:off x="20" y="227"/>
            <a:ext cx="12191675" cy="6858000"/>
          </a:xfrm>
          <a:prstGeom prst="rect">
            <a:avLst/>
          </a:prstGeom>
        </p:spPr>
      </p:pic>
      <p:sp>
        <p:nvSpPr>
          <p:cNvPr id="171" name="Rectangle 170">
            <a:extLst>
              <a:ext uri="{FF2B5EF4-FFF2-40B4-BE49-F238E27FC236}">
                <a16:creationId xmlns="" xmlns:a16="http://schemas.microsoft.com/office/drawing/2014/main" id="{71B9E7F2-705C-4516-9EC3-E4E766F29B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274760" y="0"/>
            <a:ext cx="6917240" cy="6858000"/>
          </a:xfrm>
          <a:prstGeom prst="rect">
            <a:avLst/>
          </a:prstGeom>
          <a:solidFill>
            <a:srgbClr val="000001">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3" name="Group 172">
            <a:extLst>
              <a:ext uri="{FF2B5EF4-FFF2-40B4-BE49-F238E27FC236}">
                <a16:creationId xmlns="" xmlns:a16="http://schemas.microsoft.com/office/drawing/2014/main" id="{94D407F9-E967-4A7C-ABD7-F02C785FD52E}"/>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174" name="Freeform 5">
              <a:extLst>
                <a:ext uri="{FF2B5EF4-FFF2-40B4-BE49-F238E27FC236}">
                  <a16:creationId xmlns="" xmlns:a16="http://schemas.microsoft.com/office/drawing/2014/main" id="{3DF9C388-FC8A-45A4-A408-A212E6E13DF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6">
              <a:extLst>
                <a:ext uri="{FF2B5EF4-FFF2-40B4-BE49-F238E27FC236}">
                  <a16:creationId xmlns="" xmlns:a16="http://schemas.microsoft.com/office/drawing/2014/main" id="{F7607279-0070-4A91-B096-F20D4BE7454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7">
              <a:extLst>
                <a:ext uri="{FF2B5EF4-FFF2-40B4-BE49-F238E27FC236}">
                  <a16:creationId xmlns="" xmlns:a16="http://schemas.microsoft.com/office/drawing/2014/main" id="{9BF3ED43-9007-484E-9C1D-149764271E8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8">
              <a:extLst>
                <a:ext uri="{FF2B5EF4-FFF2-40B4-BE49-F238E27FC236}">
                  <a16:creationId xmlns="" xmlns:a16="http://schemas.microsoft.com/office/drawing/2014/main" id="{2F1D4685-22BB-4258-9723-E205A6D086E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9">
              <a:extLst>
                <a:ext uri="{FF2B5EF4-FFF2-40B4-BE49-F238E27FC236}">
                  <a16:creationId xmlns="" xmlns:a16="http://schemas.microsoft.com/office/drawing/2014/main" id="{ADA3DD5F-22A5-4E26-B496-48BA3C29599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Freeform 10">
              <a:extLst>
                <a:ext uri="{FF2B5EF4-FFF2-40B4-BE49-F238E27FC236}">
                  <a16:creationId xmlns="" xmlns:a16="http://schemas.microsoft.com/office/drawing/2014/main" id="{278CB988-737A-4B25-9D27-A302E2935C9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0" name="Freeform 11">
              <a:extLst>
                <a:ext uri="{FF2B5EF4-FFF2-40B4-BE49-F238E27FC236}">
                  <a16:creationId xmlns="" xmlns:a16="http://schemas.microsoft.com/office/drawing/2014/main" id="{2BD577E3-B807-4C27-827A-F67AF7717D0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1" name="Freeform 12">
              <a:extLst>
                <a:ext uri="{FF2B5EF4-FFF2-40B4-BE49-F238E27FC236}">
                  <a16:creationId xmlns="" xmlns:a16="http://schemas.microsoft.com/office/drawing/2014/main" id="{A5172FC1-C96D-49CF-94B5-C9F10E1541E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2" name="Freeform 13">
              <a:extLst>
                <a:ext uri="{FF2B5EF4-FFF2-40B4-BE49-F238E27FC236}">
                  <a16:creationId xmlns="" xmlns:a16="http://schemas.microsoft.com/office/drawing/2014/main" id="{B866A937-A7D1-4172-990E-5DD1D713DAF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3" name="Freeform 14">
              <a:extLst>
                <a:ext uri="{FF2B5EF4-FFF2-40B4-BE49-F238E27FC236}">
                  <a16:creationId xmlns="" xmlns:a16="http://schemas.microsoft.com/office/drawing/2014/main" id="{96D52ADC-C82E-4210-8CE1-6FB4D8823B3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Freeform 15">
              <a:extLst>
                <a:ext uri="{FF2B5EF4-FFF2-40B4-BE49-F238E27FC236}">
                  <a16:creationId xmlns="" xmlns:a16="http://schemas.microsoft.com/office/drawing/2014/main" id="{A323351A-B9A8-4629-9C0A-6D19DE4B452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 xmlns:a16="http://schemas.microsoft.com/office/drawing/2014/main" id="{A533B1E1-5874-4F6E-95E1-34DD4FB7AAA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Freeform 17">
              <a:extLst>
                <a:ext uri="{FF2B5EF4-FFF2-40B4-BE49-F238E27FC236}">
                  <a16:creationId xmlns="" xmlns:a16="http://schemas.microsoft.com/office/drawing/2014/main" id="{1DEBD598-B4EF-4F00-869C-7EC7C94F3A3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7" name="Freeform 18">
              <a:extLst>
                <a:ext uri="{FF2B5EF4-FFF2-40B4-BE49-F238E27FC236}">
                  <a16:creationId xmlns="" xmlns:a16="http://schemas.microsoft.com/office/drawing/2014/main" id="{C4A09323-8C8A-4684-96DD-FA95EB298BA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Freeform 19">
              <a:extLst>
                <a:ext uri="{FF2B5EF4-FFF2-40B4-BE49-F238E27FC236}">
                  <a16:creationId xmlns="" xmlns:a16="http://schemas.microsoft.com/office/drawing/2014/main" id="{67FB5D8A-E60A-498F-86EF-0E8859B3928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9" name="Freeform 20">
              <a:extLst>
                <a:ext uri="{FF2B5EF4-FFF2-40B4-BE49-F238E27FC236}">
                  <a16:creationId xmlns="" xmlns:a16="http://schemas.microsoft.com/office/drawing/2014/main" id="{A6F733EF-C4C3-4EDD-9243-0DBF15A7E23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0" name="Freeform 21">
              <a:extLst>
                <a:ext uri="{FF2B5EF4-FFF2-40B4-BE49-F238E27FC236}">
                  <a16:creationId xmlns="" xmlns:a16="http://schemas.microsoft.com/office/drawing/2014/main" id="{2138D957-6D1F-4B4C-97A4-3051A18F215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1" name="Freeform 22">
              <a:extLst>
                <a:ext uri="{FF2B5EF4-FFF2-40B4-BE49-F238E27FC236}">
                  <a16:creationId xmlns="" xmlns:a16="http://schemas.microsoft.com/office/drawing/2014/main" id="{16A32565-55A7-4545-BD5E-54FED7D005C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Freeform 23">
              <a:extLst>
                <a:ext uri="{FF2B5EF4-FFF2-40B4-BE49-F238E27FC236}">
                  <a16:creationId xmlns="" xmlns:a16="http://schemas.microsoft.com/office/drawing/2014/main" id="{21579139-5196-420E-9427-874C3EFBDD7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3" name="Freeform 24">
              <a:extLst>
                <a:ext uri="{FF2B5EF4-FFF2-40B4-BE49-F238E27FC236}">
                  <a16:creationId xmlns="" xmlns:a16="http://schemas.microsoft.com/office/drawing/2014/main" id="{D1B2C7F4-5F3A-49F5-A1CF-88FA1DCF6FF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25">
              <a:extLst>
                <a:ext uri="{FF2B5EF4-FFF2-40B4-BE49-F238E27FC236}">
                  <a16:creationId xmlns="" xmlns:a16="http://schemas.microsoft.com/office/drawing/2014/main" id="{E2CE0B70-3DD1-4A22-B05B-8A70A3372DD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96" name="Group 195">
            <a:extLst>
              <a:ext uri="{FF2B5EF4-FFF2-40B4-BE49-F238E27FC236}">
                <a16:creationId xmlns="" xmlns:a16="http://schemas.microsoft.com/office/drawing/2014/main" id="{96B6439A-6986-4ED1-9F17-A87907F2777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197" name="Rectangle 196">
              <a:extLst>
                <a:ext uri="{FF2B5EF4-FFF2-40B4-BE49-F238E27FC236}">
                  <a16:creationId xmlns="" xmlns:a16="http://schemas.microsoft.com/office/drawing/2014/main" id="{4A416F24-F780-43FB-BC89-F41CC5802D7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Isosceles Triangle 22">
              <a:extLst>
                <a:ext uri="{FF2B5EF4-FFF2-40B4-BE49-F238E27FC236}">
                  <a16:creationId xmlns="" xmlns:a16="http://schemas.microsoft.com/office/drawing/2014/main" id="{DCD7711F-E8FC-4082-92BC-F6FCB119065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 xmlns:a16="http://schemas.microsoft.com/office/drawing/2014/main" id="{5C39E810-7538-48FC-A39E-D8DD2EBCBFC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 xmlns:a16="http://schemas.microsoft.com/office/drawing/2014/main" id="{8460295B-54B9-4937-90E3-BAB9CE69E30B}"/>
              </a:ext>
            </a:extLst>
          </p:cNvPr>
          <p:cNvSpPr>
            <a:spLocks noGrp="1"/>
          </p:cNvSpPr>
          <p:nvPr>
            <p:ph type="ctrTitle"/>
          </p:nvPr>
        </p:nvSpPr>
        <p:spPr>
          <a:xfrm>
            <a:off x="888631" y="2358391"/>
            <a:ext cx="3498979" cy="2453676"/>
          </a:xfrm>
        </p:spPr>
        <p:txBody>
          <a:bodyPr vert="horz" lIns="228600" tIns="228600" rIns="228600" bIns="228600" rtlCol="0" anchor="ctr">
            <a:normAutofit/>
          </a:bodyPr>
          <a:lstStyle/>
          <a:p>
            <a:r>
              <a:rPr lang="en-US" sz="4000" dirty="0">
                <a:solidFill>
                  <a:srgbClr val="FFFEFF"/>
                </a:solidFill>
              </a:rPr>
              <a:t>Database Design</a:t>
            </a:r>
          </a:p>
        </p:txBody>
      </p:sp>
      <p:graphicFrame>
        <p:nvGraphicFramePr>
          <p:cNvPr id="136" name="TextBox 4">
            <a:extLst>
              <a:ext uri="{FF2B5EF4-FFF2-40B4-BE49-F238E27FC236}">
                <a16:creationId xmlns="" xmlns:a16="http://schemas.microsoft.com/office/drawing/2014/main" id="{BE6E0278-73D8-65D6-B2A6-49FEC20807F7}"/>
              </a:ext>
            </a:extLst>
          </p:cNvPr>
          <p:cNvGraphicFramePr/>
          <p:nvPr>
            <p:extLst>
              <p:ext uri="{D42A27DB-BD31-4B8C-83A1-F6EECF244321}">
                <p14:modId xmlns:p14="http://schemas.microsoft.com/office/powerpoint/2010/main" val="2783612599"/>
              </p:ext>
            </p:extLst>
          </p:nvPr>
        </p:nvGraphicFramePr>
        <p:xfrm>
          <a:off x="6089649" y="803186"/>
          <a:ext cx="5310672" cy="5248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89135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566" y="633743"/>
            <a:ext cx="11016867" cy="6224257"/>
          </a:xfrm>
          <a:prstGeom prst="rect">
            <a:avLst/>
          </a:prstGeom>
        </p:spPr>
      </p:pic>
      <p:sp>
        <p:nvSpPr>
          <p:cNvPr id="3" name="Rectangle 2"/>
          <p:cNvSpPr/>
          <p:nvPr/>
        </p:nvSpPr>
        <p:spPr>
          <a:xfrm>
            <a:off x="4916032" y="90534"/>
            <a:ext cx="1855960" cy="31687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ER: -</a:t>
            </a:r>
            <a:r>
              <a:rPr lang="en-US" dirty="0"/>
              <a:t> </a:t>
            </a:r>
            <a:r>
              <a:rPr lang="en-US" dirty="0">
                <a:solidFill>
                  <a:schemeClr val="tx2"/>
                </a:solidFill>
              </a:rPr>
              <a:t>Diagram</a:t>
            </a:r>
            <a:endParaRPr lang="en-IN" dirty="0">
              <a:solidFill>
                <a:schemeClr val="tx2"/>
              </a:solidFill>
            </a:endParaRPr>
          </a:p>
        </p:txBody>
      </p:sp>
      <p:sp>
        <p:nvSpPr>
          <p:cNvPr id="4" name="Rectangle 3"/>
          <p:cNvSpPr/>
          <p:nvPr/>
        </p:nvSpPr>
        <p:spPr>
          <a:xfrm>
            <a:off x="9696261" y="24898"/>
            <a:ext cx="2472504" cy="2863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Radhika  Vyas(B258</a:t>
            </a:r>
            <a:r>
              <a:rPr lang="en-US" dirty="0" smtClean="0">
                <a:solidFill>
                  <a:schemeClr val="tx2"/>
                </a:solidFill>
              </a:rPr>
              <a:t>)</a:t>
            </a:r>
            <a:endParaRPr lang="en-US" dirty="0">
              <a:solidFill>
                <a:schemeClr val="tx2"/>
              </a:solidFill>
            </a:endParaRPr>
          </a:p>
        </p:txBody>
      </p:sp>
    </p:spTree>
    <p:extLst>
      <p:ext uri="{BB962C8B-B14F-4D97-AF65-F5344CB8AC3E}">
        <p14:creationId xmlns:p14="http://schemas.microsoft.com/office/powerpoint/2010/main" val="1691361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 name="Group 64">
            <a:extLst>
              <a:ext uri="{FF2B5EF4-FFF2-40B4-BE49-F238E27FC236}">
                <a16:creationId xmlns="" xmlns:a16="http://schemas.microsoft.com/office/drawing/2014/main" id="{E8DD8E1A-9945-4DBA-BC40-7A028BF32D2D}"/>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69" name="Freeform 5">
              <a:extLst>
                <a:ext uri="{FF2B5EF4-FFF2-40B4-BE49-F238E27FC236}">
                  <a16:creationId xmlns="" xmlns:a16="http://schemas.microsoft.com/office/drawing/2014/main" id="{FE1C52F1-9DDF-4839-9B8F-25F7F8D421B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6">
              <a:extLst>
                <a:ext uri="{FF2B5EF4-FFF2-40B4-BE49-F238E27FC236}">
                  <a16:creationId xmlns="" xmlns:a16="http://schemas.microsoft.com/office/drawing/2014/main" id="{DB25E450-AEBE-4B5B-9CD7-7DDA5128D0D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7">
              <a:extLst>
                <a:ext uri="{FF2B5EF4-FFF2-40B4-BE49-F238E27FC236}">
                  <a16:creationId xmlns="" xmlns:a16="http://schemas.microsoft.com/office/drawing/2014/main" id="{D57AF4B2-B19E-4839-9D9C-06AD5370C39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8">
              <a:extLst>
                <a:ext uri="{FF2B5EF4-FFF2-40B4-BE49-F238E27FC236}">
                  <a16:creationId xmlns="" xmlns:a16="http://schemas.microsoft.com/office/drawing/2014/main" id="{2949CEBF-F4A7-44B2-8A3B-22558718F79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7" name="Freeform 9">
              <a:extLst>
                <a:ext uri="{FF2B5EF4-FFF2-40B4-BE49-F238E27FC236}">
                  <a16:creationId xmlns="" xmlns:a16="http://schemas.microsoft.com/office/drawing/2014/main" id="{28EAA589-93ED-485D-96BB-B9B21EC96BC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8" name="Freeform 10">
              <a:extLst>
                <a:ext uri="{FF2B5EF4-FFF2-40B4-BE49-F238E27FC236}">
                  <a16:creationId xmlns="" xmlns:a16="http://schemas.microsoft.com/office/drawing/2014/main" id="{4BB4F238-A1F2-45F6-9074-18C4A9F921D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5" name="Freeform 11">
              <a:extLst>
                <a:ext uri="{FF2B5EF4-FFF2-40B4-BE49-F238E27FC236}">
                  <a16:creationId xmlns="" xmlns:a16="http://schemas.microsoft.com/office/drawing/2014/main" id="{1C658EE5-B46E-48ED-822D-1C3F08ECADB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0" name="Freeform 12">
              <a:extLst>
                <a:ext uri="{FF2B5EF4-FFF2-40B4-BE49-F238E27FC236}">
                  <a16:creationId xmlns="" xmlns:a16="http://schemas.microsoft.com/office/drawing/2014/main" id="{82AA74BE-73A4-4ADC-B86C-833704C0C0B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13">
              <a:extLst>
                <a:ext uri="{FF2B5EF4-FFF2-40B4-BE49-F238E27FC236}">
                  <a16:creationId xmlns="" xmlns:a16="http://schemas.microsoft.com/office/drawing/2014/main" id="{2018BD4B-A593-4075-9FDB-4739C6D53D5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14">
              <a:extLst>
                <a:ext uri="{FF2B5EF4-FFF2-40B4-BE49-F238E27FC236}">
                  <a16:creationId xmlns="" xmlns:a16="http://schemas.microsoft.com/office/drawing/2014/main" id="{0D16E44B-CE60-491F-B907-D02B0B1EE06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15">
              <a:extLst>
                <a:ext uri="{FF2B5EF4-FFF2-40B4-BE49-F238E27FC236}">
                  <a16:creationId xmlns="" xmlns:a16="http://schemas.microsoft.com/office/drawing/2014/main" id="{2DFA7256-7E90-44B6-8E90-2111C1A1F68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16">
              <a:extLst>
                <a:ext uri="{FF2B5EF4-FFF2-40B4-BE49-F238E27FC236}">
                  <a16:creationId xmlns="" xmlns:a16="http://schemas.microsoft.com/office/drawing/2014/main" id="{CE31CD09-2348-4B3A-9C97-CEECA4ABC0F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17">
              <a:extLst>
                <a:ext uri="{FF2B5EF4-FFF2-40B4-BE49-F238E27FC236}">
                  <a16:creationId xmlns="" xmlns:a16="http://schemas.microsoft.com/office/drawing/2014/main" id="{4E5422EF-93F2-41A9-B30F-9EFE9241DE1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8">
              <a:extLst>
                <a:ext uri="{FF2B5EF4-FFF2-40B4-BE49-F238E27FC236}">
                  <a16:creationId xmlns="" xmlns:a16="http://schemas.microsoft.com/office/drawing/2014/main" id="{7920E29F-BB48-485F-95FF-5C372339C40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9">
              <a:extLst>
                <a:ext uri="{FF2B5EF4-FFF2-40B4-BE49-F238E27FC236}">
                  <a16:creationId xmlns="" xmlns:a16="http://schemas.microsoft.com/office/drawing/2014/main" id="{ACFDB0E0-ECEB-4EEB-925D-4BE22979C9A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20">
              <a:extLst>
                <a:ext uri="{FF2B5EF4-FFF2-40B4-BE49-F238E27FC236}">
                  <a16:creationId xmlns="" xmlns:a16="http://schemas.microsoft.com/office/drawing/2014/main" id="{30CE2542-FFC2-4E6A-9F84-265FE415D96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5" name="Freeform 21">
              <a:extLst>
                <a:ext uri="{FF2B5EF4-FFF2-40B4-BE49-F238E27FC236}">
                  <a16:creationId xmlns="" xmlns:a16="http://schemas.microsoft.com/office/drawing/2014/main" id="{2864C497-B900-4D3E-895C-A2A823A3C4A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86" name="Freeform 22">
              <a:extLst>
                <a:ext uri="{FF2B5EF4-FFF2-40B4-BE49-F238E27FC236}">
                  <a16:creationId xmlns="" xmlns:a16="http://schemas.microsoft.com/office/drawing/2014/main" id="{26441ED2-272A-4395-9966-F5B1C8D3F50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23">
              <a:extLst>
                <a:ext uri="{FF2B5EF4-FFF2-40B4-BE49-F238E27FC236}">
                  <a16:creationId xmlns="" xmlns:a16="http://schemas.microsoft.com/office/drawing/2014/main" id="{701CA35D-3DE0-4BE9-96A9-31A6F24DB84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24">
              <a:extLst>
                <a:ext uri="{FF2B5EF4-FFF2-40B4-BE49-F238E27FC236}">
                  <a16:creationId xmlns="" xmlns:a16="http://schemas.microsoft.com/office/drawing/2014/main" id="{C9367E8C-A75F-4D57-8B79-1B3EEDFD83A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25">
              <a:extLst>
                <a:ext uri="{FF2B5EF4-FFF2-40B4-BE49-F238E27FC236}">
                  <a16:creationId xmlns="" xmlns:a16="http://schemas.microsoft.com/office/drawing/2014/main" id="{0846F98D-8409-4D6C-B830-625CC19EBCA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1" name="Group 90">
            <a:extLst>
              <a:ext uri="{FF2B5EF4-FFF2-40B4-BE49-F238E27FC236}">
                <a16:creationId xmlns="" xmlns:a16="http://schemas.microsoft.com/office/drawing/2014/main" id="{F35369DB-627C-41BD-9041-6426E8BF660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92" name="Rectangle 91">
              <a:extLst>
                <a:ext uri="{FF2B5EF4-FFF2-40B4-BE49-F238E27FC236}">
                  <a16:creationId xmlns="" xmlns:a16="http://schemas.microsoft.com/office/drawing/2014/main" id="{9BA15987-DDC0-4CAB-AF5B-7D11E25D202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3" name="Isosceles Triangle 22">
              <a:extLst>
                <a:ext uri="{FF2B5EF4-FFF2-40B4-BE49-F238E27FC236}">
                  <a16:creationId xmlns="" xmlns:a16="http://schemas.microsoft.com/office/drawing/2014/main" id="{9B6DF8F2-BD4C-48F5-8CDC-95B311500F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4" name="Rectangle 93">
              <a:extLst>
                <a:ext uri="{FF2B5EF4-FFF2-40B4-BE49-F238E27FC236}">
                  <a16:creationId xmlns="" xmlns:a16="http://schemas.microsoft.com/office/drawing/2014/main" id="{8E989FB2-D6DE-43D1-84D5-1C80F990127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96" name="Rectangle 95">
            <a:extLst>
              <a:ext uri="{FF2B5EF4-FFF2-40B4-BE49-F238E27FC236}">
                <a16:creationId xmlns="" xmlns:a16="http://schemas.microsoft.com/office/drawing/2014/main" id="{A3BAF07C-C39E-42EB-BB22-8D46691D97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a:extLst>
              <a:ext uri="{FF2B5EF4-FFF2-40B4-BE49-F238E27FC236}">
                <a16:creationId xmlns="" xmlns:a16="http://schemas.microsoft.com/office/drawing/2014/main" id="{D8E9CF54-0466-4261-9E62-0249E60E188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329674" y="-59376"/>
            <a:ext cx="12515851" cy="6923798"/>
            <a:chOff x="-329674" y="-51881"/>
            <a:chExt cx="12515851" cy="6923798"/>
          </a:xfrm>
        </p:grpSpPr>
        <p:sp>
          <p:nvSpPr>
            <p:cNvPr id="99" name="Freeform 5">
              <a:extLst>
                <a:ext uri="{FF2B5EF4-FFF2-40B4-BE49-F238E27FC236}">
                  <a16:creationId xmlns="" xmlns:a16="http://schemas.microsoft.com/office/drawing/2014/main" id="{33E32106-E8B1-4F76-9EE6-58537738A3C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6">
              <a:extLst>
                <a:ext uri="{FF2B5EF4-FFF2-40B4-BE49-F238E27FC236}">
                  <a16:creationId xmlns="" xmlns:a16="http://schemas.microsoft.com/office/drawing/2014/main" id="{C32C2C46-A045-44FB-8A74-5EBD650C27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7">
              <a:extLst>
                <a:ext uri="{FF2B5EF4-FFF2-40B4-BE49-F238E27FC236}">
                  <a16:creationId xmlns="" xmlns:a16="http://schemas.microsoft.com/office/drawing/2014/main" id="{6A76F79C-6683-4940-BCF7-4BCCCEE4068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2" name="Freeform 8">
              <a:extLst>
                <a:ext uri="{FF2B5EF4-FFF2-40B4-BE49-F238E27FC236}">
                  <a16:creationId xmlns="" xmlns:a16="http://schemas.microsoft.com/office/drawing/2014/main" id="{FF4675A3-6D07-4B1F-9BFC-AEBEA1AD067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9">
              <a:extLst>
                <a:ext uri="{FF2B5EF4-FFF2-40B4-BE49-F238E27FC236}">
                  <a16:creationId xmlns="" xmlns:a16="http://schemas.microsoft.com/office/drawing/2014/main" id="{765E127A-B6B7-4B1D-B7BD-6C8C969D29C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0">
              <a:extLst>
                <a:ext uri="{FF2B5EF4-FFF2-40B4-BE49-F238E27FC236}">
                  <a16:creationId xmlns="" xmlns:a16="http://schemas.microsoft.com/office/drawing/2014/main" id="{3BCA9D9E-C72C-4751-BFA9-10B85CACE3C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11">
              <a:extLst>
                <a:ext uri="{FF2B5EF4-FFF2-40B4-BE49-F238E27FC236}">
                  <a16:creationId xmlns="" xmlns:a16="http://schemas.microsoft.com/office/drawing/2014/main" id="{080C708C-69BF-441B-AB75-C98160ED06D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12">
              <a:extLst>
                <a:ext uri="{FF2B5EF4-FFF2-40B4-BE49-F238E27FC236}">
                  <a16:creationId xmlns="" xmlns:a16="http://schemas.microsoft.com/office/drawing/2014/main" id="{3E79964E-F8F1-4763-8892-7BC3DAE306E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13">
              <a:extLst>
                <a:ext uri="{FF2B5EF4-FFF2-40B4-BE49-F238E27FC236}">
                  <a16:creationId xmlns="" xmlns:a16="http://schemas.microsoft.com/office/drawing/2014/main" id="{FE09592A-FCC9-4AE5-BA0B-730C6F3BBE9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14">
              <a:extLst>
                <a:ext uri="{FF2B5EF4-FFF2-40B4-BE49-F238E27FC236}">
                  <a16:creationId xmlns="" xmlns:a16="http://schemas.microsoft.com/office/drawing/2014/main" id="{96448994-820C-4BC1-ABF3-4579C6F99A6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9" name="Freeform 15">
              <a:extLst>
                <a:ext uri="{FF2B5EF4-FFF2-40B4-BE49-F238E27FC236}">
                  <a16:creationId xmlns="" xmlns:a16="http://schemas.microsoft.com/office/drawing/2014/main" id="{9BB0D192-565A-42B9-B292-CC032D71A6A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10" name="Freeform 16">
              <a:extLst>
                <a:ext uri="{FF2B5EF4-FFF2-40B4-BE49-F238E27FC236}">
                  <a16:creationId xmlns="" xmlns:a16="http://schemas.microsoft.com/office/drawing/2014/main" id="{6D1CA09C-5F40-4E92-A7E9-D1FCEE51283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11" name="Freeform 17">
              <a:extLst>
                <a:ext uri="{FF2B5EF4-FFF2-40B4-BE49-F238E27FC236}">
                  <a16:creationId xmlns="" xmlns:a16="http://schemas.microsoft.com/office/drawing/2014/main" id="{379F5AA5-2E14-4880-A5A6-07AEF2AD89D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2" name="Freeform 18">
              <a:extLst>
                <a:ext uri="{FF2B5EF4-FFF2-40B4-BE49-F238E27FC236}">
                  <a16:creationId xmlns="" xmlns:a16="http://schemas.microsoft.com/office/drawing/2014/main" id="{EF14BD32-D239-4DA3-98B3-7752073657C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3" name="Freeform 19">
              <a:extLst>
                <a:ext uri="{FF2B5EF4-FFF2-40B4-BE49-F238E27FC236}">
                  <a16:creationId xmlns="" xmlns:a16="http://schemas.microsoft.com/office/drawing/2014/main" id="{CF07B250-E5E4-4624-9BD7-8D513A67B73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4" name="Freeform 20">
              <a:extLst>
                <a:ext uri="{FF2B5EF4-FFF2-40B4-BE49-F238E27FC236}">
                  <a16:creationId xmlns="" xmlns:a16="http://schemas.microsoft.com/office/drawing/2014/main" id="{BCC5D120-7C8C-4290-865C-4EE6E4F245F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5" name="Freeform 21">
              <a:extLst>
                <a:ext uri="{FF2B5EF4-FFF2-40B4-BE49-F238E27FC236}">
                  <a16:creationId xmlns="" xmlns:a16="http://schemas.microsoft.com/office/drawing/2014/main" id="{C24688C6-CAE5-4EF2-B2BA-A138DA0A24B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6" name="Freeform 22">
              <a:extLst>
                <a:ext uri="{FF2B5EF4-FFF2-40B4-BE49-F238E27FC236}">
                  <a16:creationId xmlns="" xmlns:a16="http://schemas.microsoft.com/office/drawing/2014/main" id="{6BD31099-7C13-4901-A04F-632B1CD8462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7" name="Freeform 23">
              <a:extLst>
                <a:ext uri="{FF2B5EF4-FFF2-40B4-BE49-F238E27FC236}">
                  <a16:creationId xmlns="" xmlns:a16="http://schemas.microsoft.com/office/drawing/2014/main" id="{679F5FF7-82B2-4033-8FBE-63170C93783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 xmlns:a16="http://schemas.microsoft.com/office/drawing/2014/main" id="{024FF5D4-B6AB-F6EB-DA2C-172C9A9416C7}"/>
              </a:ext>
            </a:extLst>
          </p:cNvPr>
          <p:cNvSpPr>
            <a:spLocks noGrp="1"/>
          </p:cNvSpPr>
          <p:nvPr>
            <p:ph type="title"/>
          </p:nvPr>
        </p:nvSpPr>
        <p:spPr>
          <a:xfrm>
            <a:off x="888631" y="4760132"/>
            <a:ext cx="3947420" cy="1777829"/>
          </a:xfrm>
        </p:spPr>
        <p:txBody>
          <a:bodyPr vert="horz" lIns="228600" tIns="228600" rIns="228600" bIns="228600" rtlCol="0" anchor="ctr">
            <a:normAutofit/>
          </a:bodyPr>
          <a:lstStyle/>
          <a:p>
            <a:pPr algn="l"/>
            <a:r>
              <a:rPr lang="en-US" sz="4000" dirty="0"/>
              <a:t>Functionality overview</a:t>
            </a:r>
          </a:p>
        </p:txBody>
      </p:sp>
      <p:sp>
        <p:nvSpPr>
          <p:cNvPr id="119" name="Freeform: Shape 118">
            <a:extLst>
              <a:ext uri="{FF2B5EF4-FFF2-40B4-BE49-F238E27FC236}">
                <a16:creationId xmlns="" xmlns:a16="http://schemas.microsoft.com/office/drawing/2014/main" id="{44C110BA-81E8-4247-853A-5F2B93E92E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9" name="Graphic 8" descr="Diploma Roll">
            <a:extLst>
              <a:ext uri="{FF2B5EF4-FFF2-40B4-BE49-F238E27FC236}">
                <a16:creationId xmlns="" xmlns:a16="http://schemas.microsoft.com/office/drawing/2014/main" id="{2F396DF4-FE82-4DBD-3095-1B3DC8C111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421776" y="677216"/>
            <a:ext cx="3359108" cy="3359108"/>
          </a:xfrm>
          <a:prstGeom prst="rect">
            <a:avLst/>
          </a:prstGeom>
        </p:spPr>
      </p:pic>
      <p:sp>
        <p:nvSpPr>
          <p:cNvPr id="5" name="TextBox 4">
            <a:extLst>
              <a:ext uri="{FF2B5EF4-FFF2-40B4-BE49-F238E27FC236}">
                <a16:creationId xmlns="" xmlns:a16="http://schemas.microsoft.com/office/drawing/2014/main" id="{4626051F-A4E3-71B4-19C9-0BDCE338CE57}"/>
              </a:ext>
            </a:extLst>
          </p:cNvPr>
          <p:cNvSpPr txBox="1"/>
          <p:nvPr/>
        </p:nvSpPr>
        <p:spPr>
          <a:xfrm>
            <a:off x="5118447" y="4767660"/>
            <a:ext cx="6281873" cy="177030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92500" lnSpcReduction="10000"/>
          </a:bodyPr>
          <a:lstStyle/>
          <a:p>
            <a:pPr indent="-228600">
              <a:lnSpc>
                <a:spcPct val="110000"/>
              </a:lnSpc>
              <a:spcAft>
                <a:spcPts val="600"/>
              </a:spcAft>
              <a:buClr>
                <a:schemeClr val="accent1"/>
              </a:buClr>
              <a:buSzPct val="110000"/>
              <a:buFont typeface="Wingdings" panose="05000000000000000000" pitchFamily="2" charset="2"/>
              <a:buChar char="§"/>
            </a:pPr>
            <a:r>
              <a:rPr lang="en-US" sz="1500" dirty="0"/>
              <a:t> Student Management: Registration, Enrollment, Profile Management, Attendance Tracking, Grade Viewing, etc. </a:t>
            </a:r>
          </a:p>
          <a:p>
            <a:pPr indent="-228600">
              <a:lnSpc>
                <a:spcPct val="110000"/>
              </a:lnSpc>
              <a:spcAft>
                <a:spcPts val="600"/>
              </a:spcAft>
              <a:buClr>
                <a:schemeClr val="accent1"/>
              </a:buClr>
              <a:buSzPct val="110000"/>
              <a:buFont typeface="Wingdings" panose="05000000000000000000" pitchFamily="2" charset="2"/>
              <a:buChar char="§"/>
            </a:pPr>
            <a:r>
              <a:rPr lang="en-US" sz="1500" dirty="0"/>
              <a:t>Faculty Management: Profile Management, Course Assignment, Grading, etc. - Course Management: Creation, Modification, Assignment to Faculty, Enrollment Management, etc. </a:t>
            </a:r>
          </a:p>
          <a:p>
            <a:pPr indent="-228600">
              <a:lnSpc>
                <a:spcPct val="110000"/>
              </a:lnSpc>
              <a:spcAft>
                <a:spcPts val="600"/>
              </a:spcAft>
              <a:buClr>
                <a:schemeClr val="accent1"/>
              </a:buClr>
              <a:buSzPct val="110000"/>
              <a:buFont typeface="Wingdings" panose="05000000000000000000" pitchFamily="2" charset="2"/>
              <a:buChar char="§"/>
            </a:pPr>
            <a:r>
              <a:rPr lang="en-US" sz="1500" dirty="0"/>
              <a:t>Administrative Tasks: User Management, Reporting, System Configuration, etc.</a:t>
            </a:r>
          </a:p>
        </p:txBody>
      </p:sp>
    </p:spTree>
    <p:extLst>
      <p:ext uri="{BB962C8B-B14F-4D97-AF65-F5344CB8AC3E}">
        <p14:creationId xmlns:p14="http://schemas.microsoft.com/office/powerpoint/2010/main" val="326278847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FB0B6641-15E7-EBB8-8268-E07533B0E672}"/>
              </a:ext>
            </a:extLst>
          </p:cNvPr>
          <p:cNvSpPr txBox="1"/>
          <p:nvPr/>
        </p:nvSpPr>
        <p:spPr>
          <a:xfrm>
            <a:off x="3638595" y="328791"/>
            <a:ext cx="4931966" cy="523220"/>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6">
                    <a:lumMod val="50000"/>
                  </a:schemeClr>
                </a:solidFill>
              </a:rPr>
              <a:t> </a:t>
            </a:r>
            <a:r>
              <a:rPr lang="en-US" sz="2800" dirty="0">
                <a:solidFill>
                  <a:schemeClr val="accent6">
                    <a:lumMod val="50000"/>
                  </a:schemeClr>
                </a:solidFill>
              </a:rPr>
              <a:t>OVERVIEW OF SQL TABLE</a:t>
            </a:r>
          </a:p>
        </p:txBody>
      </p:sp>
      <p:pic>
        <p:nvPicPr>
          <p:cNvPr id="5" name="Picture 4" descr="A screenshot of a computer screen&#10;&#10;Description automatically generated">
            <a:extLst>
              <a:ext uri="{FF2B5EF4-FFF2-40B4-BE49-F238E27FC236}">
                <a16:creationId xmlns="" xmlns:a16="http://schemas.microsoft.com/office/drawing/2014/main" id="{F0EA5A17-33AC-6448-7002-C19E667EEE58}"/>
              </a:ext>
            </a:extLst>
          </p:cNvPr>
          <p:cNvPicPr>
            <a:picLocks noChangeAspect="1"/>
          </p:cNvPicPr>
          <p:nvPr/>
        </p:nvPicPr>
        <p:blipFill>
          <a:blip r:embed="rId2"/>
          <a:stretch>
            <a:fillRect/>
          </a:stretch>
        </p:blipFill>
        <p:spPr>
          <a:xfrm>
            <a:off x="574773" y="1400998"/>
            <a:ext cx="5256811" cy="4856329"/>
          </a:xfrm>
          <a:prstGeom prst="rect">
            <a:avLst/>
          </a:prstGeom>
        </p:spPr>
      </p:pic>
      <p:pic>
        <p:nvPicPr>
          <p:cNvPr id="6" name="Picture 5" descr="A screenshot of a computer program&#10;&#10;Description automatically generated">
            <a:extLst>
              <a:ext uri="{FF2B5EF4-FFF2-40B4-BE49-F238E27FC236}">
                <a16:creationId xmlns="" xmlns:a16="http://schemas.microsoft.com/office/drawing/2014/main" id="{DBF09001-995C-C74D-E80C-277B1EFD059E}"/>
              </a:ext>
            </a:extLst>
          </p:cNvPr>
          <p:cNvPicPr>
            <a:picLocks noChangeAspect="1"/>
          </p:cNvPicPr>
          <p:nvPr/>
        </p:nvPicPr>
        <p:blipFill>
          <a:blip r:embed="rId3"/>
          <a:stretch>
            <a:fillRect/>
          </a:stretch>
        </p:blipFill>
        <p:spPr>
          <a:xfrm>
            <a:off x="6186785" y="1398469"/>
            <a:ext cx="5680301" cy="4851278"/>
          </a:xfrm>
          <a:prstGeom prst="rect">
            <a:avLst/>
          </a:prstGeom>
        </p:spPr>
      </p:pic>
    </p:spTree>
    <p:extLst>
      <p:ext uri="{BB962C8B-B14F-4D97-AF65-F5344CB8AC3E}">
        <p14:creationId xmlns:p14="http://schemas.microsoft.com/office/powerpoint/2010/main" val="245443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404EB9B-7082-2664-9066-164DA96FFBB7}"/>
              </a:ext>
            </a:extLst>
          </p:cNvPr>
          <p:cNvSpPr txBox="1"/>
          <p:nvPr/>
        </p:nvSpPr>
        <p:spPr>
          <a:xfrm>
            <a:off x="3865748" y="367585"/>
            <a:ext cx="50771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aseline="0" dirty="0">
                <a:solidFill>
                  <a:srgbClr val="622179"/>
                </a:solidFill>
                <a:latin typeface="Rockwell"/>
              </a:rPr>
              <a:t> </a:t>
            </a:r>
            <a:r>
              <a:rPr lang="en-US" sz="2800" baseline="0" dirty="0">
                <a:solidFill>
                  <a:schemeClr val="accent5">
                    <a:lumMod val="50000"/>
                  </a:schemeClr>
                </a:solidFill>
                <a:latin typeface="Rockwell"/>
              </a:rPr>
              <a:t>OVERVIEW OF SQL TABLE</a:t>
            </a:r>
            <a:r>
              <a:rPr lang="en-US" sz="2800" dirty="0">
                <a:solidFill>
                  <a:schemeClr val="accent5">
                    <a:lumMod val="50000"/>
                  </a:schemeClr>
                </a:solidFill>
                <a:latin typeface="Rockwell"/>
                <a:ea typeface="Rockwell"/>
                <a:cs typeface="Rockwell"/>
              </a:rPr>
              <a:t>​</a:t>
            </a:r>
            <a:endParaRPr lang="en-US" dirty="0">
              <a:solidFill>
                <a:schemeClr val="accent5">
                  <a:lumMod val="50000"/>
                </a:schemeClr>
              </a:solidFill>
            </a:endParaRPr>
          </a:p>
        </p:txBody>
      </p:sp>
      <p:pic>
        <p:nvPicPr>
          <p:cNvPr id="3" name="Picture 2" descr="A screenshot of a computer screen&#10;&#10;Description automatically generated">
            <a:extLst>
              <a:ext uri="{FF2B5EF4-FFF2-40B4-BE49-F238E27FC236}">
                <a16:creationId xmlns="" xmlns:a16="http://schemas.microsoft.com/office/drawing/2014/main" id="{F4D277C3-9DED-A29E-8F8F-DE86DCBF3ADC}"/>
              </a:ext>
            </a:extLst>
          </p:cNvPr>
          <p:cNvPicPr>
            <a:picLocks noChangeAspect="1"/>
          </p:cNvPicPr>
          <p:nvPr/>
        </p:nvPicPr>
        <p:blipFill>
          <a:blip r:embed="rId2"/>
          <a:stretch>
            <a:fillRect/>
          </a:stretch>
        </p:blipFill>
        <p:spPr>
          <a:xfrm>
            <a:off x="475725" y="1257905"/>
            <a:ext cx="5918645" cy="4898573"/>
          </a:xfrm>
          <a:prstGeom prst="rect">
            <a:avLst/>
          </a:prstGeom>
        </p:spPr>
      </p:pic>
      <p:pic>
        <p:nvPicPr>
          <p:cNvPr id="4" name="Picture 3" descr="A black screen with white text&#10;&#10;Description automatically generated">
            <a:extLst>
              <a:ext uri="{FF2B5EF4-FFF2-40B4-BE49-F238E27FC236}">
                <a16:creationId xmlns="" xmlns:a16="http://schemas.microsoft.com/office/drawing/2014/main" id="{98021714-A7E3-054E-4935-7771EBB0DA45}"/>
              </a:ext>
            </a:extLst>
          </p:cNvPr>
          <p:cNvPicPr>
            <a:picLocks noChangeAspect="1"/>
          </p:cNvPicPr>
          <p:nvPr/>
        </p:nvPicPr>
        <p:blipFill>
          <a:blip r:embed="rId3"/>
          <a:stretch>
            <a:fillRect/>
          </a:stretch>
        </p:blipFill>
        <p:spPr>
          <a:xfrm>
            <a:off x="6657470" y="1257905"/>
            <a:ext cx="5045632" cy="4898572"/>
          </a:xfrm>
          <a:prstGeom prst="rect">
            <a:avLst/>
          </a:prstGeom>
        </p:spPr>
      </p:pic>
    </p:spTree>
    <p:extLst>
      <p:ext uri="{BB962C8B-B14F-4D97-AF65-F5344CB8AC3E}">
        <p14:creationId xmlns:p14="http://schemas.microsoft.com/office/powerpoint/2010/main" val="910425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04BD3262-6053-3478-7EB5-C6F4127DDA9E}"/>
              </a:ext>
            </a:extLst>
          </p:cNvPr>
          <p:cNvSpPr txBox="1"/>
          <p:nvPr/>
        </p:nvSpPr>
        <p:spPr>
          <a:xfrm>
            <a:off x="3702242" y="422014"/>
            <a:ext cx="47631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B0F0"/>
                </a:solidFill>
              </a:rPr>
              <a:t> </a:t>
            </a:r>
            <a:r>
              <a:rPr lang="en-US" sz="2800" dirty="0">
                <a:solidFill>
                  <a:srgbClr val="00B0F0"/>
                </a:solidFill>
              </a:rPr>
              <a:t>OVERVIEW OF SQL TABLE​​</a:t>
            </a:r>
            <a:endParaRPr lang="en-US" dirty="0">
              <a:solidFill>
                <a:srgbClr val="00B0F0"/>
              </a:solidFill>
            </a:endParaRPr>
          </a:p>
        </p:txBody>
      </p:sp>
      <p:pic>
        <p:nvPicPr>
          <p:cNvPr id="3" name="Picture 2" descr="A screenshot of a computer screen&#10;&#10;Description automatically generated">
            <a:extLst>
              <a:ext uri="{FF2B5EF4-FFF2-40B4-BE49-F238E27FC236}">
                <a16:creationId xmlns="" xmlns:a16="http://schemas.microsoft.com/office/drawing/2014/main" id="{52589480-3103-2993-5055-D7E38A29733D}"/>
              </a:ext>
            </a:extLst>
          </p:cNvPr>
          <p:cNvPicPr>
            <a:picLocks noChangeAspect="1"/>
          </p:cNvPicPr>
          <p:nvPr/>
        </p:nvPicPr>
        <p:blipFill>
          <a:blip r:embed="rId2"/>
          <a:stretch>
            <a:fillRect/>
          </a:stretch>
        </p:blipFill>
        <p:spPr>
          <a:xfrm>
            <a:off x="523950" y="1338566"/>
            <a:ext cx="5386765" cy="5378298"/>
          </a:xfrm>
          <a:prstGeom prst="rect">
            <a:avLst/>
          </a:prstGeom>
        </p:spPr>
      </p:pic>
      <p:pic>
        <p:nvPicPr>
          <p:cNvPr id="4" name="Picture 3" descr="A screenshot of a computer&#10;&#10;Description automatically generated">
            <a:extLst>
              <a:ext uri="{FF2B5EF4-FFF2-40B4-BE49-F238E27FC236}">
                <a16:creationId xmlns="" xmlns:a16="http://schemas.microsoft.com/office/drawing/2014/main" id="{38ACA124-DE52-F9FE-FB90-F166A09931C1}"/>
              </a:ext>
            </a:extLst>
          </p:cNvPr>
          <p:cNvPicPr>
            <a:picLocks noChangeAspect="1"/>
          </p:cNvPicPr>
          <p:nvPr/>
        </p:nvPicPr>
        <p:blipFill>
          <a:blip r:embed="rId3"/>
          <a:stretch>
            <a:fillRect/>
          </a:stretch>
        </p:blipFill>
        <p:spPr>
          <a:xfrm>
            <a:off x="6092146" y="1342571"/>
            <a:ext cx="5486850" cy="5370286"/>
          </a:xfrm>
          <a:prstGeom prst="rect">
            <a:avLst/>
          </a:prstGeom>
        </p:spPr>
      </p:pic>
    </p:spTree>
    <p:extLst>
      <p:ext uri="{BB962C8B-B14F-4D97-AF65-F5344CB8AC3E}">
        <p14:creationId xmlns:p14="http://schemas.microsoft.com/office/powerpoint/2010/main" val="2313524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 xmlns:a16="http://schemas.microsoft.com/office/drawing/2014/main" id="{53BB5D57-6178-4F62-B472-0312F6D95A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 xmlns:a16="http://schemas.microsoft.com/office/drawing/2014/main" id="{4800B320-C486-4967-AFB8-58E3EBDA9EF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20624" y="0"/>
            <a:ext cx="12584114" cy="6853238"/>
            <a:chOff x="-417513" y="0"/>
            <a:chExt cx="12584114" cy="6853238"/>
          </a:xfrm>
        </p:grpSpPr>
        <p:sp>
          <p:nvSpPr>
            <p:cNvPr id="16" name="Freeform 5">
              <a:extLst>
                <a:ext uri="{FF2B5EF4-FFF2-40B4-BE49-F238E27FC236}">
                  <a16:creationId xmlns="" xmlns:a16="http://schemas.microsoft.com/office/drawing/2014/main" id="{B6E6BEB2-753A-4253-9BE2-9E569A8A5E1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6">
              <a:extLst>
                <a:ext uri="{FF2B5EF4-FFF2-40B4-BE49-F238E27FC236}">
                  <a16:creationId xmlns="" xmlns:a16="http://schemas.microsoft.com/office/drawing/2014/main" id="{196A6026-E2E2-4401-BB72-F8314907AB3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7">
              <a:extLst>
                <a:ext uri="{FF2B5EF4-FFF2-40B4-BE49-F238E27FC236}">
                  <a16:creationId xmlns="" xmlns:a16="http://schemas.microsoft.com/office/drawing/2014/main" id="{C852B828-3E4B-4404-AEE7-815B0B6EEB4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8">
              <a:extLst>
                <a:ext uri="{FF2B5EF4-FFF2-40B4-BE49-F238E27FC236}">
                  <a16:creationId xmlns="" xmlns:a16="http://schemas.microsoft.com/office/drawing/2014/main" id="{B2BAC571-023A-4027-9689-5A7375FE533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9">
              <a:extLst>
                <a:ext uri="{FF2B5EF4-FFF2-40B4-BE49-F238E27FC236}">
                  <a16:creationId xmlns="" xmlns:a16="http://schemas.microsoft.com/office/drawing/2014/main" id="{6BB424FB-2158-48AB-9A28-A11889AA5A0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1" name="Freeform 10">
              <a:extLst>
                <a:ext uri="{FF2B5EF4-FFF2-40B4-BE49-F238E27FC236}">
                  <a16:creationId xmlns="" xmlns:a16="http://schemas.microsoft.com/office/drawing/2014/main" id="{BE5FA512-D3FE-4F91-AE23-51DAAAA74EE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1">
              <a:extLst>
                <a:ext uri="{FF2B5EF4-FFF2-40B4-BE49-F238E27FC236}">
                  <a16:creationId xmlns="" xmlns:a16="http://schemas.microsoft.com/office/drawing/2014/main" id="{83CF3A0A-06AA-4987-8182-4F86E662EC2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2">
              <a:extLst>
                <a:ext uri="{FF2B5EF4-FFF2-40B4-BE49-F238E27FC236}">
                  <a16:creationId xmlns="" xmlns:a16="http://schemas.microsoft.com/office/drawing/2014/main" id="{969C6F15-1F6D-46D5-8C47-3FBC3125365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3">
              <a:extLst>
                <a:ext uri="{FF2B5EF4-FFF2-40B4-BE49-F238E27FC236}">
                  <a16:creationId xmlns="" xmlns:a16="http://schemas.microsoft.com/office/drawing/2014/main" id="{01E2B94D-4E93-4C11-A1FC-B3A6E8CC5F1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4">
              <a:extLst>
                <a:ext uri="{FF2B5EF4-FFF2-40B4-BE49-F238E27FC236}">
                  <a16:creationId xmlns="" xmlns:a16="http://schemas.microsoft.com/office/drawing/2014/main" id="{F47C1110-8C08-4C26-BD0D-3083BFAC1D6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5">
              <a:extLst>
                <a:ext uri="{FF2B5EF4-FFF2-40B4-BE49-F238E27FC236}">
                  <a16:creationId xmlns="" xmlns:a16="http://schemas.microsoft.com/office/drawing/2014/main" id="{3085CEBC-D1F5-4F82-93C8-8ED38B7CBEC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6">
              <a:extLst>
                <a:ext uri="{FF2B5EF4-FFF2-40B4-BE49-F238E27FC236}">
                  <a16:creationId xmlns="" xmlns:a16="http://schemas.microsoft.com/office/drawing/2014/main" id="{3ED8F25D-E867-46B6-A62D-3B211476802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7">
              <a:extLst>
                <a:ext uri="{FF2B5EF4-FFF2-40B4-BE49-F238E27FC236}">
                  <a16:creationId xmlns="" xmlns:a16="http://schemas.microsoft.com/office/drawing/2014/main" id="{6BB81545-0C01-4B56-BADD-6B7D5B72AF8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18">
              <a:extLst>
                <a:ext uri="{FF2B5EF4-FFF2-40B4-BE49-F238E27FC236}">
                  <a16:creationId xmlns="" xmlns:a16="http://schemas.microsoft.com/office/drawing/2014/main" id="{A1574FCC-646A-4771-AB54-A44212F198F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9">
              <a:extLst>
                <a:ext uri="{FF2B5EF4-FFF2-40B4-BE49-F238E27FC236}">
                  <a16:creationId xmlns="" xmlns:a16="http://schemas.microsoft.com/office/drawing/2014/main" id="{A56CC2BC-E51D-4A79-AA80-770FAA7844E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0">
              <a:extLst>
                <a:ext uri="{FF2B5EF4-FFF2-40B4-BE49-F238E27FC236}">
                  <a16:creationId xmlns="" xmlns:a16="http://schemas.microsoft.com/office/drawing/2014/main" id="{C95E0495-B7F8-44C5-AD1F-5F3C8633E3F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2" name="Freeform 21">
              <a:extLst>
                <a:ext uri="{FF2B5EF4-FFF2-40B4-BE49-F238E27FC236}">
                  <a16:creationId xmlns="" xmlns:a16="http://schemas.microsoft.com/office/drawing/2014/main" id="{28C1E7AA-A198-498A-9426-7632D7AA35E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3" name="Freeform 22">
              <a:extLst>
                <a:ext uri="{FF2B5EF4-FFF2-40B4-BE49-F238E27FC236}">
                  <a16:creationId xmlns="" xmlns:a16="http://schemas.microsoft.com/office/drawing/2014/main" id="{96410611-0DF8-42D3-91B1-B87AE692EB2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3">
              <a:extLst>
                <a:ext uri="{FF2B5EF4-FFF2-40B4-BE49-F238E27FC236}">
                  <a16:creationId xmlns="" xmlns:a16="http://schemas.microsoft.com/office/drawing/2014/main" id="{EACF821F-24B2-49B5-8688-744B0EADF0A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5" name="Freeform 24">
              <a:extLst>
                <a:ext uri="{FF2B5EF4-FFF2-40B4-BE49-F238E27FC236}">
                  <a16:creationId xmlns="" xmlns:a16="http://schemas.microsoft.com/office/drawing/2014/main" id="{418BD791-FEEE-4A18-A5EF-F3815F184CD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6" name="Freeform 25">
              <a:extLst>
                <a:ext uri="{FF2B5EF4-FFF2-40B4-BE49-F238E27FC236}">
                  <a16:creationId xmlns="" xmlns:a16="http://schemas.microsoft.com/office/drawing/2014/main" id="{D5D16C8F-EA4F-447C-934A-06E7BFAE927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 name="TextBox 3">
            <a:extLst>
              <a:ext uri="{FF2B5EF4-FFF2-40B4-BE49-F238E27FC236}">
                <a16:creationId xmlns="" xmlns:a16="http://schemas.microsoft.com/office/drawing/2014/main" id="{3656D3FF-2C8D-A4A4-92A9-6797060900EB}"/>
              </a:ext>
            </a:extLst>
          </p:cNvPr>
          <p:cNvSpPr txBox="1"/>
          <p:nvPr/>
        </p:nvSpPr>
        <p:spPr>
          <a:xfrm>
            <a:off x="5673788" y="449503"/>
            <a:ext cx="1492068" cy="4693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804672">
              <a:spcAft>
                <a:spcPts val="600"/>
              </a:spcAft>
            </a:pPr>
            <a:r>
              <a:rPr lang="en-US" sz="1550" kern="1200" dirty="0">
                <a:solidFill>
                  <a:schemeClr val="accent3">
                    <a:lumMod val="60000"/>
                    <a:lumOff val="40000"/>
                  </a:schemeClr>
                </a:solidFill>
                <a:latin typeface="+mn-lt"/>
                <a:ea typeface="+mn-ea"/>
                <a:cs typeface="+mn-cs"/>
              </a:rPr>
              <a:t> </a:t>
            </a:r>
            <a:r>
              <a:rPr lang="en-US" sz="2450" kern="1200" dirty="0">
                <a:solidFill>
                  <a:schemeClr val="accent3">
                    <a:lumMod val="60000"/>
                    <a:lumOff val="40000"/>
                  </a:schemeClr>
                </a:solidFill>
                <a:latin typeface="+mn-lt"/>
                <a:ea typeface="+mn-ea"/>
                <a:cs typeface="+mn-cs"/>
              </a:rPr>
              <a:t>Queries</a:t>
            </a:r>
            <a:endParaRPr lang="en-US">
              <a:solidFill>
                <a:schemeClr val="accent3">
                  <a:lumMod val="60000"/>
                  <a:lumOff val="40000"/>
                </a:schemeClr>
              </a:solidFill>
            </a:endParaRPr>
          </a:p>
        </p:txBody>
      </p:sp>
      <p:pic>
        <p:nvPicPr>
          <p:cNvPr id="5" name="Picture 4" descr="A screenshot of a computer&#10;&#10;Description automatically generated">
            <a:extLst>
              <a:ext uri="{FF2B5EF4-FFF2-40B4-BE49-F238E27FC236}">
                <a16:creationId xmlns="" xmlns:a16="http://schemas.microsoft.com/office/drawing/2014/main" id="{16E7242C-1552-8966-BAEC-2DE96CD51F6E}"/>
              </a:ext>
            </a:extLst>
          </p:cNvPr>
          <p:cNvPicPr>
            <a:picLocks noChangeAspect="1"/>
          </p:cNvPicPr>
          <p:nvPr/>
        </p:nvPicPr>
        <p:blipFill>
          <a:blip r:embed="rId2"/>
          <a:stretch>
            <a:fillRect/>
          </a:stretch>
        </p:blipFill>
        <p:spPr>
          <a:xfrm>
            <a:off x="964798" y="1667698"/>
            <a:ext cx="4878037" cy="4611999"/>
          </a:xfrm>
          <a:prstGeom prst="rect">
            <a:avLst/>
          </a:prstGeom>
        </p:spPr>
      </p:pic>
      <p:sp>
        <p:nvSpPr>
          <p:cNvPr id="6" name="TextBox 5">
            <a:extLst>
              <a:ext uri="{FF2B5EF4-FFF2-40B4-BE49-F238E27FC236}">
                <a16:creationId xmlns="" xmlns:a16="http://schemas.microsoft.com/office/drawing/2014/main" id="{396CCDA3-2061-C34D-12D8-D7E0A061CC60}"/>
              </a:ext>
            </a:extLst>
          </p:cNvPr>
          <p:cNvSpPr txBox="1"/>
          <p:nvPr/>
        </p:nvSpPr>
        <p:spPr>
          <a:xfrm>
            <a:off x="872941" y="1286911"/>
            <a:ext cx="5061749" cy="3361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804672">
              <a:spcAft>
                <a:spcPts val="600"/>
              </a:spcAft>
            </a:pPr>
            <a:r>
              <a:rPr lang="en-IN" sz="1584" kern="1200" dirty="0">
                <a:solidFill>
                  <a:schemeClr val="tx1"/>
                </a:solidFill>
                <a:latin typeface="+mj-lt"/>
              </a:rPr>
              <a:t>Select students with their corresponding department names</a:t>
            </a:r>
            <a:endParaRPr lang="en-US" dirty="0">
              <a:latin typeface="+mj-lt"/>
            </a:endParaRPr>
          </a:p>
        </p:txBody>
      </p:sp>
      <p:sp>
        <p:nvSpPr>
          <p:cNvPr id="7" name="TextBox 6">
            <a:extLst>
              <a:ext uri="{FF2B5EF4-FFF2-40B4-BE49-F238E27FC236}">
                <a16:creationId xmlns="" xmlns:a16="http://schemas.microsoft.com/office/drawing/2014/main" id="{C90DA6F0-E2BF-0505-0DDB-743616E2DE47}"/>
              </a:ext>
            </a:extLst>
          </p:cNvPr>
          <p:cNvSpPr txBox="1"/>
          <p:nvPr/>
        </p:nvSpPr>
        <p:spPr>
          <a:xfrm>
            <a:off x="6230990" y="1286911"/>
            <a:ext cx="5327908" cy="3361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804672">
              <a:spcAft>
                <a:spcPts val="600"/>
              </a:spcAft>
            </a:pPr>
            <a:r>
              <a:rPr lang="en-IN" sz="1550" kern="1200" dirty="0">
                <a:latin typeface="Calibri"/>
                <a:ea typeface="+mn-ea"/>
                <a:cs typeface="+mn-cs"/>
              </a:rPr>
              <a:t>Select teachers with their corresponding department names</a:t>
            </a:r>
            <a:r>
              <a:rPr lang="en-US" sz="1550" kern="1200" dirty="0">
                <a:latin typeface="Calibri"/>
                <a:ea typeface="+mn-ea"/>
                <a:cs typeface="Calibri"/>
              </a:rPr>
              <a:t> </a:t>
            </a:r>
            <a:endParaRPr lang="en-US" sz="1550" dirty="0"/>
          </a:p>
        </p:txBody>
      </p:sp>
      <p:pic>
        <p:nvPicPr>
          <p:cNvPr id="8" name="Picture 7" descr="A screenshot of a computer&#10;&#10;Description automatically generated">
            <a:extLst>
              <a:ext uri="{FF2B5EF4-FFF2-40B4-BE49-F238E27FC236}">
                <a16:creationId xmlns="" xmlns:a16="http://schemas.microsoft.com/office/drawing/2014/main" id="{50CF3DEC-7925-71F0-AF3F-1A45C09366C4}"/>
              </a:ext>
            </a:extLst>
          </p:cNvPr>
          <p:cNvPicPr>
            <a:picLocks noChangeAspect="1"/>
          </p:cNvPicPr>
          <p:nvPr/>
        </p:nvPicPr>
        <p:blipFill>
          <a:blip r:embed="rId3"/>
          <a:stretch>
            <a:fillRect/>
          </a:stretch>
        </p:blipFill>
        <p:spPr>
          <a:xfrm>
            <a:off x="6401635" y="1663811"/>
            <a:ext cx="4823136" cy="4612956"/>
          </a:xfrm>
          <a:prstGeom prst="rect">
            <a:avLst/>
          </a:prstGeom>
        </p:spPr>
      </p:pic>
    </p:spTree>
    <p:extLst>
      <p:ext uri="{BB962C8B-B14F-4D97-AF65-F5344CB8AC3E}">
        <p14:creationId xmlns:p14="http://schemas.microsoft.com/office/powerpoint/2010/main" val="250245513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CB1133D-A6A8-6B24-9CC9-AA76A63AC6D3}"/>
              </a:ext>
            </a:extLst>
          </p:cNvPr>
          <p:cNvSpPr txBox="1"/>
          <p:nvPr/>
        </p:nvSpPr>
        <p:spPr>
          <a:xfrm>
            <a:off x="5498495" y="140304"/>
            <a:ext cx="1763486" cy="4693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50" dirty="0">
                <a:solidFill>
                  <a:schemeClr val="accent6">
                    <a:lumMod val="75000"/>
                  </a:schemeClr>
                </a:solidFill>
              </a:rPr>
              <a:t> </a:t>
            </a:r>
            <a:r>
              <a:rPr lang="en-US" sz="2450" dirty="0">
                <a:solidFill>
                  <a:schemeClr val="accent6">
                    <a:lumMod val="75000"/>
                  </a:schemeClr>
                </a:solidFill>
              </a:rPr>
              <a:t>Queries​</a:t>
            </a:r>
            <a:endParaRPr lang="en-US">
              <a:solidFill>
                <a:schemeClr val="accent6">
                  <a:lumMod val="75000"/>
                </a:schemeClr>
              </a:solidFill>
            </a:endParaRPr>
          </a:p>
        </p:txBody>
      </p:sp>
      <p:sp>
        <p:nvSpPr>
          <p:cNvPr id="3" name="TextBox 2">
            <a:extLst>
              <a:ext uri="{FF2B5EF4-FFF2-40B4-BE49-F238E27FC236}">
                <a16:creationId xmlns="" xmlns:a16="http://schemas.microsoft.com/office/drawing/2014/main" id="{F6F210CE-44E2-F5C9-258A-0333D175C852}"/>
              </a:ext>
            </a:extLst>
          </p:cNvPr>
          <p:cNvSpPr txBox="1"/>
          <p:nvPr/>
        </p:nvSpPr>
        <p:spPr>
          <a:xfrm>
            <a:off x="140305" y="950685"/>
            <a:ext cx="650481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latin typeface="Calibri"/>
              </a:rPr>
              <a:t>Select </a:t>
            </a:r>
            <a:r>
              <a:rPr lang="en-IN" err="1">
                <a:latin typeface="Calibri"/>
              </a:rPr>
              <a:t>enrollments</a:t>
            </a:r>
            <a:r>
              <a:rPr lang="en-IN" dirty="0">
                <a:latin typeface="Calibri"/>
              </a:rPr>
              <a:t> with student names, course names, and class schedules:</a:t>
            </a:r>
            <a:r>
              <a:rPr lang="en-US" dirty="0">
                <a:latin typeface="Calibri"/>
                <a:cs typeface="Calibri"/>
              </a:rPr>
              <a:t> </a:t>
            </a:r>
            <a:endParaRPr lang="en-US" dirty="0"/>
          </a:p>
        </p:txBody>
      </p:sp>
      <p:pic>
        <p:nvPicPr>
          <p:cNvPr id="4" name="Picture 3" descr="A screen shot of a computer&#10;&#10;Description automatically generated">
            <a:extLst>
              <a:ext uri="{FF2B5EF4-FFF2-40B4-BE49-F238E27FC236}">
                <a16:creationId xmlns="" xmlns:a16="http://schemas.microsoft.com/office/drawing/2014/main" id="{9EFAB673-C56A-C9F4-9C34-47433858E8BE}"/>
              </a:ext>
            </a:extLst>
          </p:cNvPr>
          <p:cNvPicPr>
            <a:picLocks noChangeAspect="1"/>
          </p:cNvPicPr>
          <p:nvPr/>
        </p:nvPicPr>
        <p:blipFill>
          <a:blip r:embed="rId2"/>
          <a:stretch>
            <a:fillRect/>
          </a:stretch>
        </p:blipFill>
        <p:spPr>
          <a:xfrm>
            <a:off x="224504" y="1596571"/>
            <a:ext cx="6021945" cy="5128382"/>
          </a:xfrm>
          <a:prstGeom prst="rect">
            <a:avLst/>
          </a:prstGeom>
        </p:spPr>
      </p:pic>
      <p:sp>
        <p:nvSpPr>
          <p:cNvPr id="5" name="TextBox 4">
            <a:extLst>
              <a:ext uri="{FF2B5EF4-FFF2-40B4-BE49-F238E27FC236}">
                <a16:creationId xmlns="" xmlns:a16="http://schemas.microsoft.com/office/drawing/2014/main" id="{A1D97399-9ACF-B34E-F836-B35FF4C059A4}"/>
              </a:ext>
            </a:extLst>
          </p:cNvPr>
          <p:cNvSpPr txBox="1"/>
          <p:nvPr/>
        </p:nvSpPr>
        <p:spPr>
          <a:xfrm>
            <a:off x="6877353" y="950686"/>
            <a:ext cx="525900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latin typeface="Calibri"/>
              </a:rPr>
              <a:t>Select the teachers who have an email ending with '@gmail.com':</a:t>
            </a:r>
            <a:r>
              <a:rPr lang="en-US" dirty="0">
                <a:latin typeface="Calibri"/>
                <a:cs typeface="Calibri"/>
              </a:rPr>
              <a:t> </a:t>
            </a:r>
            <a:endParaRPr lang="en-US" dirty="0"/>
          </a:p>
        </p:txBody>
      </p:sp>
      <p:pic>
        <p:nvPicPr>
          <p:cNvPr id="6" name="Picture 5" descr="A screenshot of a computer screen&#10;&#10;Description automatically generated">
            <a:extLst>
              <a:ext uri="{FF2B5EF4-FFF2-40B4-BE49-F238E27FC236}">
                <a16:creationId xmlns="" xmlns:a16="http://schemas.microsoft.com/office/drawing/2014/main" id="{7C1E68DA-703E-A4A5-F2F1-16EB719F7783}"/>
              </a:ext>
            </a:extLst>
          </p:cNvPr>
          <p:cNvPicPr>
            <a:picLocks noChangeAspect="1"/>
          </p:cNvPicPr>
          <p:nvPr/>
        </p:nvPicPr>
        <p:blipFill>
          <a:blip r:embed="rId3"/>
          <a:stretch>
            <a:fillRect/>
          </a:stretch>
        </p:blipFill>
        <p:spPr>
          <a:xfrm>
            <a:off x="6733521" y="1596570"/>
            <a:ext cx="5268485" cy="5128382"/>
          </a:xfrm>
          <a:prstGeom prst="rect">
            <a:avLst/>
          </a:prstGeom>
        </p:spPr>
      </p:pic>
    </p:spTree>
    <p:extLst>
      <p:ext uri="{BB962C8B-B14F-4D97-AF65-F5344CB8AC3E}">
        <p14:creationId xmlns:p14="http://schemas.microsoft.com/office/powerpoint/2010/main" val="309163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1F689B07-F25F-1417-FD6C-20CB4A0705E5}"/>
              </a:ext>
            </a:extLst>
          </p:cNvPr>
          <p:cNvSpPr txBox="1"/>
          <p:nvPr/>
        </p:nvSpPr>
        <p:spPr>
          <a:xfrm rot="-10800000" flipV="1">
            <a:off x="1332741" y="293630"/>
            <a:ext cx="92020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latin typeface="+mj-lt"/>
              </a:rPr>
              <a:t>Select the students who are enrolled in courses offered by the Artificial Intelligence department:</a:t>
            </a:r>
            <a:endParaRPr lang="en-US" dirty="0">
              <a:latin typeface="+mj-lt"/>
            </a:endParaRPr>
          </a:p>
        </p:txBody>
      </p:sp>
      <p:pic>
        <p:nvPicPr>
          <p:cNvPr id="3" name="Picture 2" descr="A screenshot of a computer&#10;&#10;Description automatically generated">
            <a:extLst>
              <a:ext uri="{FF2B5EF4-FFF2-40B4-BE49-F238E27FC236}">
                <a16:creationId xmlns="" xmlns:a16="http://schemas.microsoft.com/office/drawing/2014/main" id="{72D53D73-646F-8E96-C784-784A60B819B9}"/>
              </a:ext>
            </a:extLst>
          </p:cNvPr>
          <p:cNvPicPr>
            <a:picLocks noChangeAspect="1"/>
          </p:cNvPicPr>
          <p:nvPr/>
        </p:nvPicPr>
        <p:blipFill>
          <a:blip r:embed="rId2"/>
          <a:stretch>
            <a:fillRect/>
          </a:stretch>
        </p:blipFill>
        <p:spPr>
          <a:xfrm>
            <a:off x="2494350" y="733898"/>
            <a:ext cx="7015026" cy="5721048"/>
          </a:xfrm>
          <a:prstGeom prst="rect">
            <a:avLst/>
          </a:prstGeom>
        </p:spPr>
      </p:pic>
    </p:spTree>
    <p:extLst>
      <p:ext uri="{BB962C8B-B14F-4D97-AF65-F5344CB8AC3E}">
        <p14:creationId xmlns:p14="http://schemas.microsoft.com/office/powerpoint/2010/main" val="1699331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8" name="Group 107">
            <a:extLst>
              <a:ext uri="{FF2B5EF4-FFF2-40B4-BE49-F238E27FC236}">
                <a16:creationId xmlns="" xmlns:a16="http://schemas.microsoft.com/office/drawing/2014/main" id="{2DAE3342-9DFC-49D4-B09C-25E31076931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329674" y="-59376"/>
            <a:ext cx="12515851" cy="6923798"/>
            <a:chOff x="-329674" y="-51881"/>
            <a:chExt cx="12515851" cy="6923798"/>
          </a:xfrm>
        </p:grpSpPr>
        <p:sp>
          <p:nvSpPr>
            <p:cNvPr id="109" name="Freeform 5">
              <a:extLst>
                <a:ext uri="{FF2B5EF4-FFF2-40B4-BE49-F238E27FC236}">
                  <a16:creationId xmlns="" xmlns:a16="http://schemas.microsoft.com/office/drawing/2014/main" id="{E49E0D20-8423-4612-99A5-14AEF8F6BB6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0" name="Freeform 6">
              <a:extLst>
                <a:ext uri="{FF2B5EF4-FFF2-40B4-BE49-F238E27FC236}">
                  <a16:creationId xmlns="" xmlns:a16="http://schemas.microsoft.com/office/drawing/2014/main" id="{57C2C108-5A30-48CA-9203-56747AEB7B5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1" name="Freeform 7">
              <a:extLst>
                <a:ext uri="{FF2B5EF4-FFF2-40B4-BE49-F238E27FC236}">
                  <a16:creationId xmlns="" xmlns:a16="http://schemas.microsoft.com/office/drawing/2014/main" id="{1A343912-2EFC-408E-A862-5C9BF108DC2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2" name="Freeform 8">
              <a:extLst>
                <a:ext uri="{FF2B5EF4-FFF2-40B4-BE49-F238E27FC236}">
                  <a16:creationId xmlns="" xmlns:a16="http://schemas.microsoft.com/office/drawing/2014/main" id="{AA50D1CF-9DAE-4CF6-B829-E66CEE9D578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3" name="Freeform 9">
              <a:extLst>
                <a:ext uri="{FF2B5EF4-FFF2-40B4-BE49-F238E27FC236}">
                  <a16:creationId xmlns="" xmlns:a16="http://schemas.microsoft.com/office/drawing/2014/main" id="{FE5799A4-0568-433E-BF41-752CF516AC7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4" name="Freeform 10">
              <a:extLst>
                <a:ext uri="{FF2B5EF4-FFF2-40B4-BE49-F238E27FC236}">
                  <a16:creationId xmlns="" xmlns:a16="http://schemas.microsoft.com/office/drawing/2014/main" id="{CDBB86ED-F16F-4C28-BDD5-72D771176F7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5" name="Freeform 11">
              <a:extLst>
                <a:ext uri="{FF2B5EF4-FFF2-40B4-BE49-F238E27FC236}">
                  <a16:creationId xmlns="" xmlns:a16="http://schemas.microsoft.com/office/drawing/2014/main" id="{3347939E-8B76-4CFC-B2EC-63A7E227838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6" name="Freeform 12">
              <a:extLst>
                <a:ext uri="{FF2B5EF4-FFF2-40B4-BE49-F238E27FC236}">
                  <a16:creationId xmlns="" xmlns:a16="http://schemas.microsoft.com/office/drawing/2014/main" id="{FA1DD132-02E4-4CD3-B496-BFF924558A6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7" name="Freeform 13">
              <a:extLst>
                <a:ext uri="{FF2B5EF4-FFF2-40B4-BE49-F238E27FC236}">
                  <a16:creationId xmlns="" xmlns:a16="http://schemas.microsoft.com/office/drawing/2014/main" id="{710BDA52-A7D7-4E4E-9F36-EC8F983EAF1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8" name="Freeform 14">
              <a:extLst>
                <a:ext uri="{FF2B5EF4-FFF2-40B4-BE49-F238E27FC236}">
                  <a16:creationId xmlns="" xmlns:a16="http://schemas.microsoft.com/office/drawing/2014/main" id="{B1BDF852-319F-42B8-9A50-7C9A9387CD9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9" name="Freeform 15">
              <a:extLst>
                <a:ext uri="{FF2B5EF4-FFF2-40B4-BE49-F238E27FC236}">
                  <a16:creationId xmlns="" xmlns:a16="http://schemas.microsoft.com/office/drawing/2014/main" id="{3AACE376-C01E-4F1F-91B7-39D0274BFE9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20" name="Freeform 16">
              <a:extLst>
                <a:ext uri="{FF2B5EF4-FFF2-40B4-BE49-F238E27FC236}">
                  <a16:creationId xmlns="" xmlns:a16="http://schemas.microsoft.com/office/drawing/2014/main" id="{7F612F4C-050E-459D-9771-ED088374A56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21" name="Freeform 17">
              <a:extLst>
                <a:ext uri="{FF2B5EF4-FFF2-40B4-BE49-F238E27FC236}">
                  <a16:creationId xmlns="" xmlns:a16="http://schemas.microsoft.com/office/drawing/2014/main" id="{94E4211B-3E41-4905-8F4E-76811B9E574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2" name="Freeform 18">
              <a:extLst>
                <a:ext uri="{FF2B5EF4-FFF2-40B4-BE49-F238E27FC236}">
                  <a16:creationId xmlns="" xmlns:a16="http://schemas.microsoft.com/office/drawing/2014/main" id="{6AEC87EE-0CB8-43DE-8FEB-4586A92E809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3" name="Freeform 19">
              <a:extLst>
                <a:ext uri="{FF2B5EF4-FFF2-40B4-BE49-F238E27FC236}">
                  <a16:creationId xmlns="" xmlns:a16="http://schemas.microsoft.com/office/drawing/2014/main" id="{277C1C5D-7BDC-47E4-8B81-C3C4AE949B4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4" name="Freeform 20">
              <a:extLst>
                <a:ext uri="{FF2B5EF4-FFF2-40B4-BE49-F238E27FC236}">
                  <a16:creationId xmlns="" xmlns:a16="http://schemas.microsoft.com/office/drawing/2014/main" id="{7A2A6EF8-9768-4478-9CD3-DFA547CEFCC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5" name="Freeform 21">
              <a:extLst>
                <a:ext uri="{FF2B5EF4-FFF2-40B4-BE49-F238E27FC236}">
                  <a16:creationId xmlns="" xmlns:a16="http://schemas.microsoft.com/office/drawing/2014/main" id="{1FD9091C-E8FA-4ADA-937F-A74426ED1B9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6" name="Freeform 22">
              <a:extLst>
                <a:ext uri="{FF2B5EF4-FFF2-40B4-BE49-F238E27FC236}">
                  <a16:creationId xmlns="" xmlns:a16="http://schemas.microsoft.com/office/drawing/2014/main" id="{B69923E7-63C4-47CE-956E-09D384D4FE6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27" name="Freeform 23">
              <a:extLst>
                <a:ext uri="{FF2B5EF4-FFF2-40B4-BE49-F238E27FC236}">
                  <a16:creationId xmlns="" xmlns:a16="http://schemas.microsoft.com/office/drawing/2014/main" id="{A2576784-872E-494C-A041-0E346226B72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129" name="Group 128">
            <a:extLst>
              <a:ext uri="{FF2B5EF4-FFF2-40B4-BE49-F238E27FC236}">
                <a16:creationId xmlns="" xmlns:a16="http://schemas.microsoft.com/office/drawing/2014/main" id="{B54F73D8-62C2-4127-9D19-01219BBB9942}"/>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1669293" y="1186483"/>
            <a:ext cx="8848345" cy="4477933"/>
            <a:chOff x="1669293" y="1186483"/>
            <a:chExt cx="8848345" cy="4477933"/>
          </a:xfrm>
        </p:grpSpPr>
        <p:sp>
          <p:nvSpPr>
            <p:cNvPr id="130" name="Rectangle 129">
              <a:extLst>
                <a:ext uri="{FF2B5EF4-FFF2-40B4-BE49-F238E27FC236}">
                  <a16:creationId xmlns="" xmlns:a16="http://schemas.microsoft.com/office/drawing/2014/main" id="{CFD8CA02-9BE5-4B82-8129-6EF61840247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1" name="Isosceles Triangle 130">
              <a:extLst>
                <a:ext uri="{FF2B5EF4-FFF2-40B4-BE49-F238E27FC236}">
                  <a16:creationId xmlns="" xmlns:a16="http://schemas.microsoft.com/office/drawing/2014/main" id="{01515E68-030C-4313-B300-35253163D3F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2" name="Rectangle 131">
              <a:extLst>
                <a:ext uri="{FF2B5EF4-FFF2-40B4-BE49-F238E27FC236}">
                  <a16:creationId xmlns="" xmlns:a16="http://schemas.microsoft.com/office/drawing/2014/main" id="{1937725F-1DDF-4225-937E-106DBB047F0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134" name="Rectangle 133">
            <a:extLst>
              <a:ext uri="{FF2B5EF4-FFF2-40B4-BE49-F238E27FC236}">
                <a16:creationId xmlns="" xmlns:a16="http://schemas.microsoft.com/office/drawing/2014/main" id="{B029B82E-722D-45BB-B34F-D4423CBF965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6" name="Group 135">
            <a:extLst>
              <a:ext uri="{FF2B5EF4-FFF2-40B4-BE49-F238E27FC236}">
                <a16:creationId xmlns="" xmlns:a16="http://schemas.microsoft.com/office/drawing/2014/main" id="{1F7980BB-894F-43B4-B764-9CE95DEF894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329674" y="-59376"/>
            <a:ext cx="12515851" cy="6923798"/>
            <a:chOff x="-329674" y="-51881"/>
            <a:chExt cx="12515851" cy="6923798"/>
          </a:xfrm>
        </p:grpSpPr>
        <p:sp>
          <p:nvSpPr>
            <p:cNvPr id="137" name="Freeform 5">
              <a:extLst>
                <a:ext uri="{FF2B5EF4-FFF2-40B4-BE49-F238E27FC236}">
                  <a16:creationId xmlns="" xmlns:a16="http://schemas.microsoft.com/office/drawing/2014/main" id="{D6D9E82D-9E8F-4365-8DD3-F87F575AF8C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Freeform 6">
              <a:extLst>
                <a:ext uri="{FF2B5EF4-FFF2-40B4-BE49-F238E27FC236}">
                  <a16:creationId xmlns="" xmlns:a16="http://schemas.microsoft.com/office/drawing/2014/main" id="{1CD7CE6C-6D35-4CDB-8C9B-3749731FB4E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9" name="Freeform 7">
              <a:extLst>
                <a:ext uri="{FF2B5EF4-FFF2-40B4-BE49-F238E27FC236}">
                  <a16:creationId xmlns="" xmlns:a16="http://schemas.microsoft.com/office/drawing/2014/main" id="{1D897CC5-D9DC-4B84-8FEE-769DDB3ED73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8">
              <a:extLst>
                <a:ext uri="{FF2B5EF4-FFF2-40B4-BE49-F238E27FC236}">
                  <a16:creationId xmlns="" xmlns:a16="http://schemas.microsoft.com/office/drawing/2014/main" id="{A7F9F68E-05A6-4B4F-A9C4-99F56BA4DE3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9">
              <a:extLst>
                <a:ext uri="{FF2B5EF4-FFF2-40B4-BE49-F238E27FC236}">
                  <a16:creationId xmlns="" xmlns:a16="http://schemas.microsoft.com/office/drawing/2014/main" id="{FE459AB8-6C83-4017-AD7E-34DDCC29B5D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10">
              <a:extLst>
                <a:ext uri="{FF2B5EF4-FFF2-40B4-BE49-F238E27FC236}">
                  <a16:creationId xmlns="" xmlns:a16="http://schemas.microsoft.com/office/drawing/2014/main" id="{7E35D375-D544-4AA6-B2C0-AECF72D6DA6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11">
              <a:extLst>
                <a:ext uri="{FF2B5EF4-FFF2-40B4-BE49-F238E27FC236}">
                  <a16:creationId xmlns="" xmlns:a16="http://schemas.microsoft.com/office/drawing/2014/main" id="{330D17F1-A1B0-40BD-8617-EE4D6750C86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Freeform 12">
              <a:extLst>
                <a:ext uri="{FF2B5EF4-FFF2-40B4-BE49-F238E27FC236}">
                  <a16:creationId xmlns="" xmlns:a16="http://schemas.microsoft.com/office/drawing/2014/main" id="{B66F0F2E-CF96-4F3A-B20B-7A67FED935C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5" name="Freeform 13">
              <a:extLst>
                <a:ext uri="{FF2B5EF4-FFF2-40B4-BE49-F238E27FC236}">
                  <a16:creationId xmlns="" xmlns:a16="http://schemas.microsoft.com/office/drawing/2014/main" id="{6A12D58E-271D-4783-99B0-2C1098B90B4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6" name="Freeform 14">
              <a:extLst>
                <a:ext uri="{FF2B5EF4-FFF2-40B4-BE49-F238E27FC236}">
                  <a16:creationId xmlns="" xmlns:a16="http://schemas.microsoft.com/office/drawing/2014/main" id="{F9B86422-0052-4CDC-906A-A0991A2900C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7" name="Freeform 15">
              <a:extLst>
                <a:ext uri="{FF2B5EF4-FFF2-40B4-BE49-F238E27FC236}">
                  <a16:creationId xmlns="" xmlns:a16="http://schemas.microsoft.com/office/drawing/2014/main" id="{C6847113-CFAE-4362-A26F-0B1D1899647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 xmlns:a16="http://schemas.microsoft.com/office/drawing/2014/main" id="{2AD566C5-BF8B-4C51-82C6-4633CAE5BD7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17">
              <a:extLst>
                <a:ext uri="{FF2B5EF4-FFF2-40B4-BE49-F238E27FC236}">
                  <a16:creationId xmlns="" xmlns:a16="http://schemas.microsoft.com/office/drawing/2014/main" id="{F156CA36-0366-443D-9A53-7806BDE2074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18">
              <a:extLst>
                <a:ext uri="{FF2B5EF4-FFF2-40B4-BE49-F238E27FC236}">
                  <a16:creationId xmlns="" xmlns:a16="http://schemas.microsoft.com/office/drawing/2014/main" id="{E854E694-6F0F-4143-B88B-DE4C9E02E03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Freeform 19">
              <a:extLst>
                <a:ext uri="{FF2B5EF4-FFF2-40B4-BE49-F238E27FC236}">
                  <a16:creationId xmlns="" xmlns:a16="http://schemas.microsoft.com/office/drawing/2014/main" id="{65CBB851-7142-4AAB-8038-999CAB8CE93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2" name="Freeform 20">
              <a:extLst>
                <a:ext uri="{FF2B5EF4-FFF2-40B4-BE49-F238E27FC236}">
                  <a16:creationId xmlns="" xmlns:a16="http://schemas.microsoft.com/office/drawing/2014/main" id="{5560487F-527D-416F-A6A5-16BC6F62645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21">
              <a:extLst>
                <a:ext uri="{FF2B5EF4-FFF2-40B4-BE49-F238E27FC236}">
                  <a16:creationId xmlns="" xmlns:a16="http://schemas.microsoft.com/office/drawing/2014/main" id="{1F3D29D7-04A7-4C39-ABC0-CCFFE39BD39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22">
              <a:extLst>
                <a:ext uri="{FF2B5EF4-FFF2-40B4-BE49-F238E27FC236}">
                  <a16:creationId xmlns="" xmlns:a16="http://schemas.microsoft.com/office/drawing/2014/main" id="{AB11EF01-3B4E-41D2-9E08-0106F319A10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23">
              <a:extLst>
                <a:ext uri="{FF2B5EF4-FFF2-40B4-BE49-F238E27FC236}">
                  <a16:creationId xmlns="" xmlns:a16="http://schemas.microsoft.com/office/drawing/2014/main" id="{9E2C3217-DC0B-4F91-9F62-A04CDEB2F7B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57" name="Group 156">
            <a:extLst>
              <a:ext uri="{FF2B5EF4-FFF2-40B4-BE49-F238E27FC236}">
                <a16:creationId xmlns="" xmlns:a16="http://schemas.microsoft.com/office/drawing/2014/main" id="{F2B7CF55-CC81-4559-9768-354C7462D65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956748" y="1012508"/>
            <a:ext cx="6030615" cy="4691299"/>
            <a:chOff x="-1691232" y="1012508"/>
            <a:chExt cx="6030615" cy="4691299"/>
          </a:xfrm>
        </p:grpSpPr>
        <p:sp>
          <p:nvSpPr>
            <p:cNvPr id="158" name="Rectangle 157">
              <a:extLst>
                <a:ext uri="{FF2B5EF4-FFF2-40B4-BE49-F238E27FC236}">
                  <a16:creationId xmlns="" xmlns:a16="http://schemas.microsoft.com/office/drawing/2014/main" id="{9FDAF335-846C-48F5-A261-6D242B1ED95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91232" y="1012508"/>
              <a:ext cx="5940295"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Isosceles Triangle 39">
              <a:extLst>
                <a:ext uri="{FF2B5EF4-FFF2-40B4-BE49-F238E27FC236}">
                  <a16:creationId xmlns="" xmlns:a16="http://schemas.microsoft.com/office/drawing/2014/main" id="{598CCBBA-616E-4339-A7DE-6168CEEE50F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3900381" y="5352744"/>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 xmlns:a16="http://schemas.microsoft.com/office/drawing/2014/main" id="{0FDCDAE4-2A39-4204-B094-CA4F1493DE0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73740" y="1938943"/>
              <a:ext cx="6013123" cy="32750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itle 42">
            <a:extLst>
              <a:ext uri="{FF2B5EF4-FFF2-40B4-BE49-F238E27FC236}">
                <a16:creationId xmlns="" xmlns:a16="http://schemas.microsoft.com/office/drawing/2014/main" id="{D2229390-19C0-4498-8C60-A8B976781F6F}"/>
              </a:ext>
            </a:extLst>
          </p:cNvPr>
          <p:cNvSpPr>
            <a:spLocks noGrp="1"/>
          </p:cNvSpPr>
          <p:nvPr>
            <p:ph type="title"/>
          </p:nvPr>
        </p:nvSpPr>
        <p:spPr>
          <a:xfrm>
            <a:off x="2850416" y="2417839"/>
            <a:ext cx="6015440" cy="2310829"/>
          </a:xfrm>
        </p:spPr>
        <p:txBody>
          <a:bodyPr vert="horz" lIns="228600" tIns="228600" rIns="228600" bIns="0" rtlCol="0" anchor="b">
            <a:normAutofit fontScale="90000"/>
          </a:bodyPr>
          <a:lstStyle/>
          <a:p>
            <a:pPr>
              <a:lnSpc>
                <a:spcPct val="80000"/>
              </a:lnSpc>
            </a:pPr>
            <a:r>
              <a:rPr lang="en-US" sz="1600" spc="-150" dirty="0">
                <a:solidFill>
                  <a:srgbClr val="FFFEFF"/>
                </a:solidFill>
              </a:rPr>
              <a:t>  </a:t>
            </a:r>
            <a:br>
              <a:rPr lang="en-US" sz="1600" spc="-150" dirty="0">
                <a:solidFill>
                  <a:srgbClr val="FFFEFF"/>
                </a:solidFill>
              </a:rPr>
            </a:br>
            <a:r>
              <a:rPr lang="en-US" sz="2000" spc="-150" dirty="0">
                <a:solidFill>
                  <a:srgbClr val="FFFEFF"/>
                </a:solidFill>
              </a:rPr>
              <a:t> -User Interface: Interfaces for Students, Faculty and Administrators to interact with the system.</a:t>
            </a:r>
            <a:br>
              <a:rPr lang="en-US" sz="2000" spc="-150" dirty="0">
                <a:solidFill>
                  <a:srgbClr val="FFFEFF"/>
                </a:solidFill>
              </a:rPr>
            </a:br>
            <a:endParaRPr lang="en-US" sz="2000" spc="-150" dirty="0">
              <a:solidFill>
                <a:srgbClr val="FFFEFF"/>
              </a:solidFill>
              <a:cs typeface="Calibri Light"/>
            </a:endParaRPr>
          </a:p>
          <a:p>
            <a:pPr>
              <a:lnSpc>
                <a:spcPct val="80000"/>
              </a:lnSpc>
            </a:pPr>
            <a:r>
              <a:rPr lang="en-US" sz="2000" spc="-150" dirty="0">
                <a:solidFill>
                  <a:srgbClr val="FFFEFF"/>
                </a:solidFill>
              </a:rPr>
              <a:t>   -Database Layer Handles data storage, retrieval, and manipulation using SQL queries.</a:t>
            </a:r>
            <a:br>
              <a:rPr lang="en-US" sz="2000" spc="-150" dirty="0">
                <a:solidFill>
                  <a:srgbClr val="FFFEFF"/>
                </a:solidFill>
              </a:rPr>
            </a:br>
            <a:endParaRPr lang="en-US" sz="2000" spc="-150" dirty="0">
              <a:solidFill>
                <a:srgbClr val="FFFEFF"/>
              </a:solidFill>
              <a:cs typeface="Calibri Light"/>
            </a:endParaRPr>
          </a:p>
          <a:p>
            <a:pPr>
              <a:lnSpc>
                <a:spcPct val="80000"/>
              </a:lnSpc>
            </a:pPr>
            <a:r>
              <a:rPr lang="en-US" sz="2000" spc="-150" dirty="0">
                <a:solidFill>
                  <a:srgbClr val="FFFEFF"/>
                </a:solidFill>
              </a:rPr>
              <a:t>   - Business Logic Layer: Implements the logic for various functionalities such as enrollment, grading, etc.</a:t>
            </a:r>
            <a:br>
              <a:rPr lang="en-US" sz="2000" spc="-150" dirty="0">
                <a:solidFill>
                  <a:srgbClr val="FFFEFF"/>
                </a:solidFill>
              </a:rPr>
            </a:br>
            <a:endParaRPr lang="en-US" sz="2000" spc="-150" dirty="0">
              <a:solidFill>
                <a:srgbClr val="FFFEFF"/>
              </a:solidFill>
              <a:cs typeface="Calibri Light"/>
            </a:endParaRPr>
          </a:p>
          <a:p>
            <a:pPr>
              <a:lnSpc>
                <a:spcPct val="80000"/>
              </a:lnSpc>
            </a:pPr>
            <a:r>
              <a:rPr lang="en-US" sz="2000" spc="-150" dirty="0">
                <a:solidFill>
                  <a:srgbClr val="FFFEFF"/>
                </a:solidFill>
              </a:rPr>
              <a:t>   - </a:t>
            </a:r>
            <a:r>
              <a:rPr lang="en-US" sz="2000" spc="-150" dirty="0" err="1">
                <a:solidFill>
                  <a:srgbClr val="FFFEFF"/>
                </a:solidFill>
              </a:rPr>
              <a:t>ecurity</a:t>
            </a:r>
            <a:r>
              <a:rPr lang="en-US" sz="2000" spc="-150" dirty="0">
                <a:solidFill>
                  <a:srgbClr val="FFFEFF"/>
                </a:solidFill>
              </a:rPr>
              <a:t> Layer: Manages user authentication, authorization, and data encryption.</a:t>
            </a:r>
            <a:endParaRPr lang="en-US" sz="2000" spc="-150" dirty="0">
              <a:solidFill>
                <a:srgbClr val="FFFEFF"/>
              </a:solidFill>
              <a:cs typeface="Calibri Light"/>
            </a:endParaRPr>
          </a:p>
          <a:p>
            <a:pPr>
              <a:lnSpc>
                <a:spcPct val="80000"/>
              </a:lnSpc>
            </a:pPr>
            <a:endParaRPr lang="en-US" sz="1400" spc="-150" dirty="0">
              <a:solidFill>
                <a:srgbClr val="FFFEFF"/>
              </a:solidFill>
            </a:endParaRPr>
          </a:p>
        </p:txBody>
      </p:sp>
      <p:sp>
        <p:nvSpPr>
          <p:cNvPr id="2" name="Rectangle 1"/>
          <p:cNvSpPr/>
          <p:nvPr/>
        </p:nvSpPr>
        <p:spPr>
          <a:xfrm>
            <a:off x="4651318" y="1193227"/>
            <a:ext cx="2550698" cy="369332"/>
          </a:xfrm>
          <a:prstGeom prst="rect">
            <a:avLst/>
          </a:prstGeom>
        </p:spPr>
        <p:txBody>
          <a:bodyPr wrap="none">
            <a:spAutoFit/>
          </a:bodyPr>
          <a:lstStyle/>
          <a:p>
            <a:r>
              <a:rPr lang="en-US" spc="-150" dirty="0">
                <a:solidFill>
                  <a:srgbClr val="FFFEFF"/>
                </a:solidFill>
              </a:rPr>
              <a:t>Modules and Components</a:t>
            </a:r>
            <a:endParaRPr lang="en-US" dirty="0"/>
          </a:p>
        </p:txBody>
      </p:sp>
    </p:spTree>
    <p:extLst>
      <p:ext uri="{BB962C8B-B14F-4D97-AF65-F5344CB8AC3E}">
        <p14:creationId xmlns:p14="http://schemas.microsoft.com/office/powerpoint/2010/main" val="554560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 xmlns:a16="http://schemas.microsoft.com/office/drawing/2014/main" id="{48CAE4AE-A9DF-45AF-9A9C-1712BC6341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 xmlns:a16="http://schemas.microsoft.com/office/drawing/2014/main" id="{6C272060-BC98-4C91-A58F-4DFEC566CF7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46" name="Freeform 5">
              <a:extLst>
                <a:ext uri="{FF2B5EF4-FFF2-40B4-BE49-F238E27FC236}">
                  <a16:creationId xmlns="" xmlns:a16="http://schemas.microsoft.com/office/drawing/2014/main" id="{8BA2DCB9-0DC0-4109-B2A2-56896E35E66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 xmlns:a16="http://schemas.microsoft.com/office/drawing/2014/main" id="{64A33555-1142-4AD7-8084-1A99422A118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7">
              <a:extLst>
                <a:ext uri="{FF2B5EF4-FFF2-40B4-BE49-F238E27FC236}">
                  <a16:creationId xmlns="" xmlns:a16="http://schemas.microsoft.com/office/drawing/2014/main" id="{BC6E4081-1A88-453E-8CCF-B97B0CE20DF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8">
              <a:extLst>
                <a:ext uri="{FF2B5EF4-FFF2-40B4-BE49-F238E27FC236}">
                  <a16:creationId xmlns="" xmlns:a16="http://schemas.microsoft.com/office/drawing/2014/main" id="{5B7E0935-6EE8-4C61-AED5-09B9A2A99AF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 xmlns:a16="http://schemas.microsoft.com/office/drawing/2014/main" id="{EB962BD6-C878-48FF-A75E-DCC7BDA3C33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10">
              <a:extLst>
                <a:ext uri="{FF2B5EF4-FFF2-40B4-BE49-F238E27FC236}">
                  <a16:creationId xmlns="" xmlns:a16="http://schemas.microsoft.com/office/drawing/2014/main" id="{CABF3786-BDE1-4FE5-9967-F6B6131A2CF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11">
              <a:extLst>
                <a:ext uri="{FF2B5EF4-FFF2-40B4-BE49-F238E27FC236}">
                  <a16:creationId xmlns="" xmlns:a16="http://schemas.microsoft.com/office/drawing/2014/main" id="{4969707A-C75E-4F7F-A5C2-2991C654755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12">
              <a:extLst>
                <a:ext uri="{FF2B5EF4-FFF2-40B4-BE49-F238E27FC236}">
                  <a16:creationId xmlns="" xmlns:a16="http://schemas.microsoft.com/office/drawing/2014/main" id="{0E293989-8389-48CD-85D3-CAEFD5E9637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13">
              <a:extLst>
                <a:ext uri="{FF2B5EF4-FFF2-40B4-BE49-F238E27FC236}">
                  <a16:creationId xmlns="" xmlns:a16="http://schemas.microsoft.com/office/drawing/2014/main" id="{8DCF1E8B-9247-45E2-8641-90DA9F7D525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14">
              <a:extLst>
                <a:ext uri="{FF2B5EF4-FFF2-40B4-BE49-F238E27FC236}">
                  <a16:creationId xmlns="" xmlns:a16="http://schemas.microsoft.com/office/drawing/2014/main" id="{48DF418F-91AD-4E55-AF3B-F28FF45961B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15">
              <a:extLst>
                <a:ext uri="{FF2B5EF4-FFF2-40B4-BE49-F238E27FC236}">
                  <a16:creationId xmlns="" xmlns:a16="http://schemas.microsoft.com/office/drawing/2014/main" id="{EDBF35BD-D1DA-49B1-AE30-289189DACD51}"/>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 xmlns:a16="http://schemas.microsoft.com/office/drawing/2014/main" id="{69198BEC-A3B6-4562-AB0F-3E7760026C4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a:extLst>
                <a:ext uri="{FF2B5EF4-FFF2-40B4-BE49-F238E27FC236}">
                  <a16:creationId xmlns="" xmlns:a16="http://schemas.microsoft.com/office/drawing/2014/main" id="{9AB30D45-77AB-4323-83A2-1A637D07D54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8">
              <a:extLst>
                <a:ext uri="{FF2B5EF4-FFF2-40B4-BE49-F238E27FC236}">
                  <a16:creationId xmlns="" xmlns:a16="http://schemas.microsoft.com/office/drawing/2014/main" id="{D1AD137E-7B63-434C-9D0D-5A64BB49685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 xmlns:a16="http://schemas.microsoft.com/office/drawing/2014/main" id="{8B32BE2D-36DC-4BD0-952E-8FE32A70DB8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 xmlns:a16="http://schemas.microsoft.com/office/drawing/2014/main" id="{930295E0-AD01-4DB0-9829-AD91BED608F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21">
              <a:extLst>
                <a:ext uri="{FF2B5EF4-FFF2-40B4-BE49-F238E27FC236}">
                  <a16:creationId xmlns="" xmlns:a16="http://schemas.microsoft.com/office/drawing/2014/main" id="{29807E74-6BFD-4EA7-B3F3-92C0728A7D8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22">
              <a:extLst>
                <a:ext uri="{FF2B5EF4-FFF2-40B4-BE49-F238E27FC236}">
                  <a16:creationId xmlns="" xmlns:a16="http://schemas.microsoft.com/office/drawing/2014/main" id="{C9EDBF49-4B87-4B6F-BEE6-DDC4A63CE60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23">
              <a:extLst>
                <a:ext uri="{FF2B5EF4-FFF2-40B4-BE49-F238E27FC236}">
                  <a16:creationId xmlns="" xmlns:a16="http://schemas.microsoft.com/office/drawing/2014/main" id="{7738C468-1405-4ED9-8392-F93FA995EE0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24">
              <a:extLst>
                <a:ext uri="{FF2B5EF4-FFF2-40B4-BE49-F238E27FC236}">
                  <a16:creationId xmlns="" xmlns:a16="http://schemas.microsoft.com/office/drawing/2014/main" id="{F16402CF-F511-450A-8584-8C8A5B7E9D9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Freeform 25">
              <a:extLst>
                <a:ext uri="{FF2B5EF4-FFF2-40B4-BE49-F238E27FC236}">
                  <a16:creationId xmlns="" xmlns:a16="http://schemas.microsoft.com/office/drawing/2014/main" id="{85E5B49A-CFC2-4019-9BA6-528095F788C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8" name="Rectangle 67">
            <a:extLst>
              <a:ext uri="{FF2B5EF4-FFF2-40B4-BE49-F238E27FC236}">
                <a16:creationId xmlns="" xmlns:a16="http://schemas.microsoft.com/office/drawing/2014/main" id="{E972DE0D-2E53-4159-ABD3-C601524262C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7720" y="795527"/>
            <a:ext cx="5970638" cy="5248847"/>
          </a:xfrm>
          <a:prstGeom prst="rect">
            <a:avLst/>
          </a:prstGeom>
          <a:solidFill>
            <a:schemeClr val="bg1"/>
          </a:solidFill>
          <a:ln w="19050">
            <a:solidFill>
              <a:srgbClr val="03D3E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E9FA1965-E6D8-521C-432F-A05EDCDB33F2}"/>
              </a:ext>
            </a:extLst>
          </p:cNvPr>
          <p:cNvSpPr>
            <a:spLocks noGrp="1"/>
          </p:cNvSpPr>
          <p:nvPr>
            <p:ph idx="1"/>
          </p:nvPr>
        </p:nvSpPr>
        <p:spPr>
          <a:xfrm>
            <a:off x="1082187" y="1562202"/>
            <a:ext cx="5243208" cy="3699077"/>
          </a:xfrm>
        </p:spPr>
        <p:txBody>
          <a:bodyPr>
            <a:normAutofit fontScale="85000" lnSpcReduction="10000"/>
          </a:bodyPr>
          <a:lstStyle/>
          <a:p>
            <a:pPr marL="0" indent="0">
              <a:lnSpc>
                <a:spcPct val="110000"/>
              </a:lnSpc>
              <a:buClr>
                <a:srgbClr val="03D3EF"/>
              </a:buClr>
              <a:buNone/>
            </a:pPr>
            <a:r>
              <a:rPr lang="en-US" sz="1100" dirty="0">
                <a:ea typeface="+mn-lt"/>
                <a:cs typeface="+mn-lt"/>
              </a:rPr>
              <a:t>                                </a:t>
            </a:r>
            <a:endParaRPr lang="en-US" sz="1100" dirty="0" smtClean="0"/>
          </a:p>
          <a:p>
            <a:pPr>
              <a:lnSpc>
                <a:spcPct val="110000"/>
              </a:lnSpc>
              <a:buClr>
                <a:srgbClr val="03D3EF"/>
              </a:buClr>
            </a:pPr>
            <a:endParaRPr lang="en-US" sz="1100" dirty="0"/>
          </a:p>
          <a:p>
            <a:pPr>
              <a:lnSpc>
                <a:spcPct val="110000"/>
              </a:lnSpc>
              <a:buClr>
                <a:srgbClr val="03D3EF"/>
              </a:buClr>
            </a:pPr>
            <a:r>
              <a:rPr lang="en-US" sz="1400" dirty="0">
                <a:ea typeface="+mn-lt"/>
                <a:cs typeface="+mn-lt"/>
              </a:rPr>
              <a:t>   - Data Access: Access to data is controlled through SQL queries and stored procedures.</a:t>
            </a:r>
            <a:endParaRPr lang="en-US" sz="1400" dirty="0"/>
          </a:p>
          <a:p>
            <a:pPr>
              <a:lnSpc>
                <a:spcPct val="110000"/>
              </a:lnSpc>
              <a:buClr>
                <a:srgbClr val="03D3EF"/>
              </a:buClr>
            </a:pPr>
            <a:r>
              <a:rPr lang="en-US" sz="1400" dirty="0">
                <a:ea typeface="+mn-lt"/>
                <a:cs typeface="+mn-lt"/>
              </a:rPr>
              <a:t>   - Security Measures: User authentication using usernames and passwords, role-based access control (RBAC), encryption of sensitive data (e.g., passwords), and secure transmission of data over networks.</a:t>
            </a:r>
            <a:r>
              <a:rPr lang="en-US" sz="1400" dirty="0"/>
              <a:t/>
            </a:r>
            <a:br>
              <a:rPr lang="en-US" sz="1400" dirty="0"/>
            </a:br>
            <a:endParaRPr lang="en-US" sz="1400" dirty="0"/>
          </a:p>
          <a:p>
            <a:pPr marL="0" indent="0">
              <a:lnSpc>
                <a:spcPct val="110000"/>
              </a:lnSpc>
              <a:buClr>
                <a:srgbClr val="03D3EF"/>
              </a:buClr>
              <a:buNone/>
            </a:pPr>
            <a:r>
              <a:rPr lang="en-US" sz="1400" dirty="0">
                <a:ea typeface="+mn-lt"/>
                <a:cs typeface="+mn-lt"/>
              </a:rPr>
              <a:t>      Implementation Technologies:</a:t>
            </a:r>
            <a:endParaRPr lang="en-US" sz="1400" dirty="0"/>
          </a:p>
          <a:p>
            <a:pPr>
              <a:lnSpc>
                <a:spcPct val="110000"/>
              </a:lnSpc>
              <a:buClr>
                <a:srgbClr val="03D3EF"/>
              </a:buClr>
            </a:pPr>
            <a:r>
              <a:rPr lang="en-US" sz="1400" dirty="0">
                <a:ea typeface="+mn-lt"/>
                <a:cs typeface="+mn-lt"/>
              </a:rPr>
              <a:t>   - Database Management System: MySQL, </a:t>
            </a:r>
            <a:r>
              <a:rPr lang="en-US" sz="1400" dirty="0" err="1">
                <a:ea typeface="+mn-lt"/>
                <a:cs typeface="+mn-lt"/>
              </a:rPr>
              <a:t>PostgreSQL</a:t>
            </a:r>
            <a:r>
              <a:rPr lang="en-US" sz="1400" dirty="0">
                <a:ea typeface="+mn-lt"/>
                <a:cs typeface="+mn-lt"/>
              </a:rPr>
              <a:t>, Oracle, etc.</a:t>
            </a:r>
            <a:endParaRPr lang="en-US" sz="1400" dirty="0"/>
          </a:p>
          <a:p>
            <a:pPr>
              <a:lnSpc>
                <a:spcPct val="110000"/>
              </a:lnSpc>
              <a:buClr>
                <a:srgbClr val="03D3EF"/>
              </a:buClr>
            </a:pPr>
            <a:r>
              <a:rPr lang="en-US" sz="1400" dirty="0">
                <a:ea typeface="+mn-lt"/>
                <a:cs typeface="+mn-lt"/>
              </a:rPr>
              <a:t>   - Programming Languages: Java, Python, PHP, etc., for backend development.</a:t>
            </a:r>
            <a:endParaRPr lang="en-US" sz="1400" dirty="0"/>
          </a:p>
          <a:p>
            <a:pPr>
              <a:lnSpc>
                <a:spcPct val="110000"/>
              </a:lnSpc>
              <a:buClr>
                <a:srgbClr val="03D3EF"/>
              </a:buClr>
            </a:pPr>
            <a:r>
              <a:rPr lang="en-US" sz="1400" dirty="0">
                <a:ea typeface="+mn-lt"/>
                <a:cs typeface="+mn-lt"/>
              </a:rPr>
              <a:t>   - Frontend Technologies: HTML, CSS, JavaScript, etc., for building user interfaces.</a:t>
            </a:r>
            <a:endParaRPr lang="en-US" sz="1400" dirty="0"/>
          </a:p>
          <a:p>
            <a:pPr>
              <a:lnSpc>
                <a:spcPct val="110000"/>
              </a:lnSpc>
              <a:buClr>
                <a:srgbClr val="03D3EF"/>
              </a:buClr>
            </a:pPr>
            <a:endParaRPr lang="en-US" sz="1100" dirty="0"/>
          </a:p>
        </p:txBody>
      </p:sp>
      <p:sp>
        <p:nvSpPr>
          <p:cNvPr id="2" name="Rectangle 1"/>
          <p:cNvSpPr/>
          <p:nvPr/>
        </p:nvSpPr>
        <p:spPr>
          <a:xfrm>
            <a:off x="7891128" y="3187093"/>
            <a:ext cx="3042179" cy="397032"/>
          </a:xfrm>
          <a:prstGeom prst="rect">
            <a:avLst/>
          </a:prstGeom>
        </p:spPr>
        <p:txBody>
          <a:bodyPr wrap="none">
            <a:spAutoFit/>
          </a:bodyPr>
          <a:lstStyle/>
          <a:p>
            <a:pPr>
              <a:lnSpc>
                <a:spcPct val="110000"/>
              </a:lnSpc>
              <a:buClr>
                <a:srgbClr val="03D3EF"/>
              </a:buClr>
            </a:pPr>
            <a:r>
              <a:rPr lang="en-US" b="1" dirty="0">
                <a:ea typeface="+mn-lt"/>
                <a:cs typeface="+mn-lt"/>
              </a:rPr>
              <a:t>Data Access and Security</a:t>
            </a:r>
            <a:endParaRPr lang="en-US" b="1" dirty="0"/>
          </a:p>
        </p:txBody>
      </p:sp>
    </p:spTree>
    <p:extLst>
      <p:ext uri="{BB962C8B-B14F-4D97-AF65-F5344CB8AC3E}">
        <p14:creationId xmlns:p14="http://schemas.microsoft.com/office/powerpoint/2010/main" val="335106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 xmlns:a16="http://schemas.microsoft.com/office/drawing/2014/main" id="{DF4CD6CA-7E8B-43CE-B198-5296E1D909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 name="Group 102">
            <a:extLst>
              <a:ext uri="{FF2B5EF4-FFF2-40B4-BE49-F238E27FC236}">
                <a16:creationId xmlns="" xmlns:a16="http://schemas.microsoft.com/office/drawing/2014/main" id="{BAE4C21C-EBBC-48C7-A300-1EFDAC177DBE}"/>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104" name="Freeform 5">
              <a:extLst>
                <a:ext uri="{FF2B5EF4-FFF2-40B4-BE49-F238E27FC236}">
                  <a16:creationId xmlns="" xmlns:a16="http://schemas.microsoft.com/office/drawing/2014/main" id="{9DF78A3E-B5DD-45E7-9545-6A354CA44B7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6">
              <a:extLst>
                <a:ext uri="{FF2B5EF4-FFF2-40B4-BE49-F238E27FC236}">
                  <a16:creationId xmlns="" xmlns:a16="http://schemas.microsoft.com/office/drawing/2014/main" id="{B7EA60A6-46CA-4C52-874F-9E34E8A91D6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7">
              <a:extLst>
                <a:ext uri="{FF2B5EF4-FFF2-40B4-BE49-F238E27FC236}">
                  <a16:creationId xmlns="" xmlns:a16="http://schemas.microsoft.com/office/drawing/2014/main" id="{48BB8FC5-AF14-45CA-8F0A-A97FC5B3273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8">
              <a:extLst>
                <a:ext uri="{FF2B5EF4-FFF2-40B4-BE49-F238E27FC236}">
                  <a16:creationId xmlns="" xmlns:a16="http://schemas.microsoft.com/office/drawing/2014/main" id="{30D2EBB2-37E3-4BD9-B135-4E77C028937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9">
              <a:extLst>
                <a:ext uri="{FF2B5EF4-FFF2-40B4-BE49-F238E27FC236}">
                  <a16:creationId xmlns="" xmlns:a16="http://schemas.microsoft.com/office/drawing/2014/main" id="{D2EDE703-236A-4C85-A756-58F97C38428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10">
              <a:extLst>
                <a:ext uri="{FF2B5EF4-FFF2-40B4-BE49-F238E27FC236}">
                  <a16:creationId xmlns="" xmlns:a16="http://schemas.microsoft.com/office/drawing/2014/main" id="{913CC622-30C1-4C78-B324-78C7C514585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11">
              <a:extLst>
                <a:ext uri="{FF2B5EF4-FFF2-40B4-BE49-F238E27FC236}">
                  <a16:creationId xmlns="" xmlns:a16="http://schemas.microsoft.com/office/drawing/2014/main" id="{582DD590-47B8-45AB-99FC-140FA350CEB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2">
              <a:extLst>
                <a:ext uri="{FF2B5EF4-FFF2-40B4-BE49-F238E27FC236}">
                  <a16:creationId xmlns="" xmlns:a16="http://schemas.microsoft.com/office/drawing/2014/main" id="{35D3D4B6-3782-489C-93BA-C00B4D1AE94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 name="Freeform 13">
              <a:extLst>
                <a:ext uri="{FF2B5EF4-FFF2-40B4-BE49-F238E27FC236}">
                  <a16:creationId xmlns="" xmlns:a16="http://schemas.microsoft.com/office/drawing/2014/main" id="{1BF9D88F-EA94-43E6-AE17-62139C515311}"/>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Freeform 14">
              <a:extLst>
                <a:ext uri="{FF2B5EF4-FFF2-40B4-BE49-F238E27FC236}">
                  <a16:creationId xmlns="" xmlns:a16="http://schemas.microsoft.com/office/drawing/2014/main" id="{EFFA2186-09FF-4F2E-8E8F-5511EB20C5C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15">
              <a:extLst>
                <a:ext uri="{FF2B5EF4-FFF2-40B4-BE49-F238E27FC236}">
                  <a16:creationId xmlns="" xmlns:a16="http://schemas.microsoft.com/office/drawing/2014/main" id="{C255506F-8F79-4A9E-876F-3A364F63373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 xmlns:a16="http://schemas.microsoft.com/office/drawing/2014/main" id="{75914297-567F-4B6F-BDA6-AD0E03CAC05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Freeform 17">
              <a:extLst>
                <a:ext uri="{FF2B5EF4-FFF2-40B4-BE49-F238E27FC236}">
                  <a16:creationId xmlns="" xmlns:a16="http://schemas.microsoft.com/office/drawing/2014/main" id="{1CD84DE6-2B78-4AAC-84AF-A62A56B511D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18">
              <a:extLst>
                <a:ext uri="{FF2B5EF4-FFF2-40B4-BE49-F238E27FC236}">
                  <a16:creationId xmlns="" xmlns:a16="http://schemas.microsoft.com/office/drawing/2014/main" id="{C8680454-0F91-4F5E-B395-FA6DB78827F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19">
              <a:extLst>
                <a:ext uri="{FF2B5EF4-FFF2-40B4-BE49-F238E27FC236}">
                  <a16:creationId xmlns="" xmlns:a16="http://schemas.microsoft.com/office/drawing/2014/main" id="{C7F62155-7480-4CC6-835D-9C8C269C6126}"/>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20">
              <a:extLst>
                <a:ext uri="{FF2B5EF4-FFF2-40B4-BE49-F238E27FC236}">
                  <a16:creationId xmlns="" xmlns:a16="http://schemas.microsoft.com/office/drawing/2014/main" id="{918DFCED-7539-4FCF-83C4-AEA960E52ECE}"/>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21">
              <a:extLst>
                <a:ext uri="{FF2B5EF4-FFF2-40B4-BE49-F238E27FC236}">
                  <a16:creationId xmlns="" xmlns:a16="http://schemas.microsoft.com/office/drawing/2014/main" id="{FCE1120C-22CB-4996-A76E-DC2536753B3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22">
              <a:extLst>
                <a:ext uri="{FF2B5EF4-FFF2-40B4-BE49-F238E27FC236}">
                  <a16:creationId xmlns="" xmlns:a16="http://schemas.microsoft.com/office/drawing/2014/main" id="{649B8649-BC2A-44F4-93BD-B7CC1835B9E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23">
              <a:extLst>
                <a:ext uri="{FF2B5EF4-FFF2-40B4-BE49-F238E27FC236}">
                  <a16:creationId xmlns="" xmlns:a16="http://schemas.microsoft.com/office/drawing/2014/main" id="{6DF77F94-1E2D-47FB-BB46-80F3627D706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4">
              <a:extLst>
                <a:ext uri="{FF2B5EF4-FFF2-40B4-BE49-F238E27FC236}">
                  <a16:creationId xmlns="" xmlns:a16="http://schemas.microsoft.com/office/drawing/2014/main" id="{9AAEAA2D-562F-49F6-AB11-4A380E76669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5">
              <a:extLst>
                <a:ext uri="{FF2B5EF4-FFF2-40B4-BE49-F238E27FC236}">
                  <a16:creationId xmlns="" xmlns:a16="http://schemas.microsoft.com/office/drawing/2014/main" id="{AA959DE2-40EB-49F5-9CA5-80A5FBFC544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 xmlns:a16="http://schemas.microsoft.com/office/drawing/2014/main" id="{0E2713AC-5086-AA31-9D6A-AA25F19F832E}"/>
              </a:ext>
            </a:extLst>
          </p:cNvPr>
          <p:cNvSpPr>
            <a:spLocks noGrp="1"/>
          </p:cNvSpPr>
          <p:nvPr>
            <p:ph type="title"/>
          </p:nvPr>
        </p:nvSpPr>
        <p:spPr>
          <a:xfrm>
            <a:off x="2194719" y="846436"/>
            <a:ext cx="7877174" cy="1524989"/>
          </a:xfrm>
        </p:spPr>
        <p:txBody>
          <a:bodyPr>
            <a:normAutofit/>
          </a:bodyPr>
          <a:lstStyle/>
          <a:p>
            <a:r>
              <a:rPr lang="en-US" dirty="0">
                <a:solidFill>
                  <a:schemeClr val="tx1"/>
                </a:solidFill>
                <a:ea typeface="+mj-lt"/>
                <a:cs typeface="+mj-lt"/>
              </a:rPr>
              <a:t>Challenges and Future </a:t>
            </a:r>
            <a:r>
              <a:rPr lang="en-US" dirty="0" smtClean="0">
                <a:solidFill>
                  <a:schemeClr val="tx1"/>
                </a:solidFill>
                <a:ea typeface="+mj-lt"/>
                <a:cs typeface="+mj-lt"/>
              </a:rPr>
              <a:t>Enhancements</a:t>
            </a:r>
            <a:endParaRPr lang="en-US" dirty="0">
              <a:solidFill>
                <a:schemeClr val="tx1"/>
              </a:solidFill>
              <a:ea typeface="+mj-lt"/>
              <a:cs typeface="+mj-lt"/>
            </a:endParaRPr>
          </a:p>
        </p:txBody>
      </p:sp>
      <p:sp>
        <p:nvSpPr>
          <p:cNvPr id="72" name="Content Placeholder 2">
            <a:extLst>
              <a:ext uri="{FF2B5EF4-FFF2-40B4-BE49-F238E27FC236}">
                <a16:creationId xmlns="" xmlns:a16="http://schemas.microsoft.com/office/drawing/2014/main" id="{1CD9FC22-BF52-3114-110E-A753DC0B43AE}"/>
              </a:ext>
            </a:extLst>
          </p:cNvPr>
          <p:cNvSpPr>
            <a:spLocks noGrp="1"/>
          </p:cNvSpPr>
          <p:nvPr>
            <p:ph idx="1"/>
          </p:nvPr>
        </p:nvSpPr>
        <p:spPr>
          <a:xfrm>
            <a:off x="653570" y="2111180"/>
            <a:ext cx="10919305" cy="3109314"/>
          </a:xfrm>
        </p:spPr>
        <p:txBody>
          <a:bodyPr>
            <a:normAutofit/>
          </a:bodyPr>
          <a:lstStyle/>
          <a:p>
            <a:pPr marL="0" indent="0">
              <a:lnSpc>
                <a:spcPct val="110000"/>
              </a:lnSpc>
              <a:buClr>
                <a:srgbClr val="3BDDFF"/>
              </a:buClr>
              <a:buNone/>
            </a:pPr>
            <a:endParaRPr lang="en-US" sz="1500" dirty="0"/>
          </a:p>
          <a:p>
            <a:pPr>
              <a:lnSpc>
                <a:spcPct val="110000"/>
              </a:lnSpc>
              <a:buClr>
                <a:srgbClr val="3BDDFF"/>
              </a:buClr>
            </a:pPr>
            <a:r>
              <a:rPr lang="en-US" sz="1500" dirty="0">
                <a:ea typeface="+mn-lt"/>
                <a:cs typeface="+mn-lt"/>
              </a:rPr>
              <a:t>   Challenges: Ensuring data consistency and integrity, scalability to handle large amounts of data, maintaining system security, etc.</a:t>
            </a:r>
            <a:endParaRPr lang="en-US" sz="1500" dirty="0"/>
          </a:p>
          <a:p>
            <a:pPr>
              <a:lnSpc>
                <a:spcPct val="110000"/>
              </a:lnSpc>
              <a:buClr>
                <a:srgbClr val="3BDDFF"/>
              </a:buClr>
            </a:pPr>
            <a:r>
              <a:rPr lang="en-US" sz="1500" dirty="0">
                <a:ea typeface="+mn-lt"/>
                <a:cs typeface="+mn-lt"/>
              </a:rPr>
              <a:t>   Future Enhancements: Integration with other systems (e.g., learning management systems), implementation of advanced analytics for student performance tracking, mobile app development for increased accessibility, etc.</a:t>
            </a:r>
            <a:endParaRPr lang="en-US" sz="1500" dirty="0"/>
          </a:p>
          <a:p>
            <a:pPr>
              <a:lnSpc>
                <a:spcPct val="110000"/>
              </a:lnSpc>
              <a:buClr>
                <a:srgbClr val="3BDDFF"/>
              </a:buClr>
            </a:pPr>
            <a:endParaRPr lang="en-US" sz="1500" dirty="0"/>
          </a:p>
        </p:txBody>
      </p:sp>
    </p:spTree>
    <p:extLst>
      <p:ext uri="{BB962C8B-B14F-4D97-AF65-F5344CB8AC3E}">
        <p14:creationId xmlns:p14="http://schemas.microsoft.com/office/powerpoint/2010/main" val="3352510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 xmlns:a16="http://schemas.microsoft.com/office/drawing/2014/main" id="{AE19E2D2-078B-459F-A431-2037B063FDF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19" name="Freeform 5">
              <a:extLst>
                <a:ext uri="{FF2B5EF4-FFF2-40B4-BE49-F238E27FC236}">
                  <a16:creationId xmlns="" xmlns:a16="http://schemas.microsoft.com/office/drawing/2014/main" id="{14035B44-9204-427C-98D0-75678B980CE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6">
              <a:extLst>
                <a:ext uri="{FF2B5EF4-FFF2-40B4-BE49-F238E27FC236}">
                  <a16:creationId xmlns="" xmlns:a16="http://schemas.microsoft.com/office/drawing/2014/main" id="{755FDC7E-5938-4B4B-8877-06EE01FCDBC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7">
              <a:extLst>
                <a:ext uri="{FF2B5EF4-FFF2-40B4-BE49-F238E27FC236}">
                  <a16:creationId xmlns="" xmlns:a16="http://schemas.microsoft.com/office/drawing/2014/main" id="{F0437E65-E6AA-41CB-8690-97980FE0D42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 xmlns:a16="http://schemas.microsoft.com/office/drawing/2014/main" id="{3F0EF991-E8E2-4486-80F2-A9E03DA18DD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3" name="Freeform 9">
              <a:extLst>
                <a:ext uri="{FF2B5EF4-FFF2-40B4-BE49-F238E27FC236}">
                  <a16:creationId xmlns="" xmlns:a16="http://schemas.microsoft.com/office/drawing/2014/main" id="{FB081D04-EE00-42EF-BBFB-68467361380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 name="Freeform 10">
              <a:extLst>
                <a:ext uri="{FF2B5EF4-FFF2-40B4-BE49-F238E27FC236}">
                  <a16:creationId xmlns="" xmlns:a16="http://schemas.microsoft.com/office/drawing/2014/main" id="{12B7F571-868C-421B-8A57-6196C8124CA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 xmlns:a16="http://schemas.microsoft.com/office/drawing/2014/main" id="{7E4953C7-80FE-46D4-A354-20321F42111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2">
              <a:extLst>
                <a:ext uri="{FF2B5EF4-FFF2-40B4-BE49-F238E27FC236}">
                  <a16:creationId xmlns="" xmlns:a16="http://schemas.microsoft.com/office/drawing/2014/main" id="{C60293D3-71F6-45CD-890F-E68F81CDD9D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3">
              <a:extLst>
                <a:ext uri="{FF2B5EF4-FFF2-40B4-BE49-F238E27FC236}">
                  <a16:creationId xmlns="" xmlns:a16="http://schemas.microsoft.com/office/drawing/2014/main" id="{940865AC-2494-4A34-80AC-0D78FE9C50D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 xmlns:a16="http://schemas.microsoft.com/office/drawing/2014/main" id="{E8206DC4-8F5A-4192-BB5B-39A4A2CDDD4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15">
              <a:extLst>
                <a:ext uri="{FF2B5EF4-FFF2-40B4-BE49-F238E27FC236}">
                  <a16:creationId xmlns="" xmlns:a16="http://schemas.microsoft.com/office/drawing/2014/main" id="{1851F69F-8755-4226-9A81-C27799E32B8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 xmlns:a16="http://schemas.microsoft.com/office/drawing/2014/main" id="{D85B97EF-28BC-441A-9EBB-81EF34094A7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17">
              <a:extLst>
                <a:ext uri="{FF2B5EF4-FFF2-40B4-BE49-F238E27FC236}">
                  <a16:creationId xmlns="" xmlns:a16="http://schemas.microsoft.com/office/drawing/2014/main" id="{7C68D975-1EC2-4BFA-811D-0454109E3B2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 xmlns:a16="http://schemas.microsoft.com/office/drawing/2014/main" id="{251959DD-2AB4-4342-8A28-A252939263F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19">
              <a:extLst>
                <a:ext uri="{FF2B5EF4-FFF2-40B4-BE49-F238E27FC236}">
                  <a16:creationId xmlns="" xmlns:a16="http://schemas.microsoft.com/office/drawing/2014/main" id="{785D37AB-3782-4D04-A998-0C126E1BDFF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 xmlns:a16="http://schemas.microsoft.com/office/drawing/2014/main" id="{9313ACA4-E3EA-43A3-822B-DD5DF119D13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 xmlns:a16="http://schemas.microsoft.com/office/drawing/2014/main" id="{5A98D1AB-DF34-414B-9696-4B671EC20B9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 xmlns:a16="http://schemas.microsoft.com/office/drawing/2014/main" id="{8153A7D0-F980-48CC-B318-806C679F486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 xmlns:a16="http://schemas.microsoft.com/office/drawing/2014/main" id="{96E44097-7726-43F7-9E27-8BD5BCF89A0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24">
              <a:extLst>
                <a:ext uri="{FF2B5EF4-FFF2-40B4-BE49-F238E27FC236}">
                  <a16:creationId xmlns="" xmlns:a16="http://schemas.microsoft.com/office/drawing/2014/main" id="{65B28630-DA3C-4E4C-94ED-0ED8F353C05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 xmlns:a16="http://schemas.microsoft.com/office/drawing/2014/main" id="{1686151F-4919-4A15-9EC3-0329453ED63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1" name="Group 40">
            <a:extLst>
              <a:ext uri="{FF2B5EF4-FFF2-40B4-BE49-F238E27FC236}">
                <a16:creationId xmlns="" xmlns:a16="http://schemas.microsoft.com/office/drawing/2014/main" id="{E10C7CFA-FC7F-479C-9026-39109C0B596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00144" y="1699589"/>
            <a:ext cx="3674476" cy="3470421"/>
            <a:chOff x="697883" y="1816768"/>
            <a:chExt cx="3674476" cy="3470421"/>
          </a:xfrm>
        </p:grpSpPr>
        <p:sp>
          <p:nvSpPr>
            <p:cNvPr id="42" name="Rectangle 41">
              <a:extLst>
                <a:ext uri="{FF2B5EF4-FFF2-40B4-BE49-F238E27FC236}">
                  <a16:creationId xmlns="" xmlns:a16="http://schemas.microsoft.com/office/drawing/2014/main" id="{9971A5E3-BBAD-4023-B07C-7FBC4202D8A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Isosceles Triangle 22">
              <a:extLst>
                <a:ext uri="{FF2B5EF4-FFF2-40B4-BE49-F238E27FC236}">
                  <a16:creationId xmlns="" xmlns:a16="http://schemas.microsoft.com/office/drawing/2014/main" id="{FC05BA5F-5BBE-4BFA-A313-1554762332C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43">
              <a:extLst>
                <a:ext uri="{FF2B5EF4-FFF2-40B4-BE49-F238E27FC236}">
                  <a16:creationId xmlns="" xmlns:a16="http://schemas.microsoft.com/office/drawing/2014/main" id="{5275B948-0170-4286-84CE-04CA461F274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46" name="Rectangle 45">
            <a:extLst>
              <a:ext uri="{FF2B5EF4-FFF2-40B4-BE49-F238E27FC236}">
                <a16:creationId xmlns="" xmlns:a16="http://schemas.microsoft.com/office/drawing/2014/main" id="{D275908B-DB12-448E-BB28-EEF9109D422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 xmlns:a16="http://schemas.microsoft.com/office/drawing/2014/main" id="{97817EE6-E8A2-47DB-A2A5-B29A73AFCAD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089648" y="0"/>
            <a:ext cx="6102351" cy="6858000"/>
          </a:xfrm>
          <a:prstGeom prst="rect">
            <a:avLst/>
          </a:prstGeom>
          <a:solidFill>
            <a:srgbClr val="000001">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 xmlns:a16="http://schemas.microsoft.com/office/drawing/2014/main" id="{06781405-5A6A-4C3A-BD95-B204EE040F71}"/>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51" name="Freeform 5">
              <a:extLst>
                <a:ext uri="{FF2B5EF4-FFF2-40B4-BE49-F238E27FC236}">
                  <a16:creationId xmlns="" xmlns:a16="http://schemas.microsoft.com/office/drawing/2014/main" id="{677AB4B2-F02C-4DD7-80E3-6B9000773A3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6">
              <a:extLst>
                <a:ext uri="{FF2B5EF4-FFF2-40B4-BE49-F238E27FC236}">
                  <a16:creationId xmlns="" xmlns:a16="http://schemas.microsoft.com/office/drawing/2014/main" id="{DD1BCAFC-D239-4C93-950C-E3563B91D0C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7">
              <a:extLst>
                <a:ext uri="{FF2B5EF4-FFF2-40B4-BE49-F238E27FC236}">
                  <a16:creationId xmlns="" xmlns:a16="http://schemas.microsoft.com/office/drawing/2014/main" id="{D138769D-C64C-4316-9EFB-5087B17DFF8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8">
              <a:extLst>
                <a:ext uri="{FF2B5EF4-FFF2-40B4-BE49-F238E27FC236}">
                  <a16:creationId xmlns="" xmlns:a16="http://schemas.microsoft.com/office/drawing/2014/main" id="{14D781CD-9207-40CF-AFB2-5F590A319854}"/>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9">
              <a:extLst>
                <a:ext uri="{FF2B5EF4-FFF2-40B4-BE49-F238E27FC236}">
                  <a16:creationId xmlns="" xmlns:a16="http://schemas.microsoft.com/office/drawing/2014/main" id="{A4C20FA6-02F3-4B9E-BC2E-EF84B79C4A5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10">
              <a:extLst>
                <a:ext uri="{FF2B5EF4-FFF2-40B4-BE49-F238E27FC236}">
                  <a16:creationId xmlns="" xmlns:a16="http://schemas.microsoft.com/office/drawing/2014/main" id="{3E18794B-E4CC-4531-8318-C360F4DC1FFF}"/>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1">
              <a:extLst>
                <a:ext uri="{FF2B5EF4-FFF2-40B4-BE49-F238E27FC236}">
                  <a16:creationId xmlns="" xmlns:a16="http://schemas.microsoft.com/office/drawing/2014/main" id="{0C1A613A-560C-43FC-A8D2-14D4E22DA3F9}"/>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12">
              <a:extLst>
                <a:ext uri="{FF2B5EF4-FFF2-40B4-BE49-F238E27FC236}">
                  <a16:creationId xmlns="" xmlns:a16="http://schemas.microsoft.com/office/drawing/2014/main" id="{F1E49780-92DB-4284-A256-C52904AF004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3">
              <a:extLst>
                <a:ext uri="{FF2B5EF4-FFF2-40B4-BE49-F238E27FC236}">
                  <a16:creationId xmlns="" xmlns:a16="http://schemas.microsoft.com/office/drawing/2014/main" id="{A779B7B4-C3CF-41CD-9091-D5ECA112EF25}"/>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4">
              <a:extLst>
                <a:ext uri="{FF2B5EF4-FFF2-40B4-BE49-F238E27FC236}">
                  <a16:creationId xmlns="" xmlns:a16="http://schemas.microsoft.com/office/drawing/2014/main" id="{47147151-E013-4967-90A8-784C1C442647}"/>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15">
              <a:extLst>
                <a:ext uri="{FF2B5EF4-FFF2-40B4-BE49-F238E27FC236}">
                  <a16:creationId xmlns="" xmlns:a16="http://schemas.microsoft.com/office/drawing/2014/main" id="{963559EC-D5D8-4D5A-BD6B-A6833F31561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 xmlns:a16="http://schemas.microsoft.com/office/drawing/2014/main" id="{43D25C4B-B69A-4C31-BCD9-B49288BEB94D}"/>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a:extLst>
                <a:ext uri="{FF2B5EF4-FFF2-40B4-BE49-F238E27FC236}">
                  <a16:creationId xmlns="" xmlns:a16="http://schemas.microsoft.com/office/drawing/2014/main" id="{547D2034-1660-46A9-8A88-81B47753EF9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18">
              <a:extLst>
                <a:ext uri="{FF2B5EF4-FFF2-40B4-BE49-F238E27FC236}">
                  <a16:creationId xmlns="" xmlns:a16="http://schemas.microsoft.com/office/drawing/2014/main" id="{4B70E7B6-CC9C-487F-B87F-AAC943687DEA}"/>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a:extLst>
                <a:ext uri="{FF2B5EF4-FFF2-40B4-BE49-F238E27FC236}">
                  <a16:creationId xmlns="" xmlns:a16="http://schemas.microsoft.com/office/drawing/2014/main" id="{344D0B3F-5CD6-4C74-9474-CE5B0DFF22E0}"/>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Freeform 20">
              <a:extLst>
                <a:ext uri="{FF2B5EF4-FFF2-40B4-BE49-F238E27FC236}">
                  <a16:creationId xmlns="" xmlns:a16="http://schemas.microsoft.com/office/drawing/2014/main" id="{0ADBAD08-2FA6-4951-A635-1C248DAB3C3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Freeform 21">
              <a:extLst>
                <a:ext uri="{FF2B5EF4-FFF2-40B4-BE49-F238E27FC236}">
                  <a16:creationId xmlns="" xmlns:a16="http://schemas.microsoft.com/office/drawing/2014/main" id="{5CCE5554-F9A8-4EF1-B49D-ACA76AE8E962}"/>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Freeform 22">
              <a:extLst>
                <a:ext uri="{FF2B5EF4-FFF2-40B4-BE49-F238E27FC236}">
                  <a16:creationId xmlns="" xmlns:a16="http://schemas.microsoft.com/office/drawing/2014/main" id="{2A306EB9-C3A7-4678-90B1-54547C46D4FB}"/>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23">
              <a:extLst>
                <a:ext uri="{FF2B5EF4-FFF2-40B4-BE49-F238E27FC236}">
                  <a16:creationId xmlns="" xmlns:a16="http://schemas.microsoft.com/office/drawing/2014/main" id="{CFD63CAB-BED9-4720-8600-9D19DB5B945C}"/>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24">
              <a:extLst>
                <a:ext uri="{FF2B5EF4-FFF2-40B4-BE49-F238E27FC236}">
                  <a16:creationId xmlns="" xmlns:a16="http://schemas.microsoft.com/office/drawing/2014/main" id="{C4550DFD-117D-4AF9-9CDD-9F6F268C4D83}"/>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25">
              <a:extLst>
                <a:ext uri="{FF2B5EF4-FFF2-40B4-BE49-F238E27FC236}">
                  <a16:creationId xmlns="" xmlns:a16="http://schemas.microsoft.com/office/drawing/2014/main" id="{85874B45-D021-4E50-B5FE-8D3D84EE0908}"/>
                </a:ext>
                <a:ext uri="{C183D7F6-B498-43B3-948B-1728B52AA6E4}">
                  <adec:decorative xmlns="" xmlns:adec="http://schemas.microsoft.com/office/drawing/2017/decorative" val="1"/>
                </a:ext>
              </a:extLst>
            </p:cNvPr>
            <p:cNvSpPr>
              <a:spLocks/>
            </p:cNvSpPr>
            <p:nvPr>
              <p:extLst>
                <p:ext uri="{386F3935-93C4-4BCD-93E2-E3B085C9AB24}">
                  <p16:designElem xmlns=""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5" name="Title 14">
            <a:extLst>
              <a:ext uri="{FF2B5EF4-FFF2-40B4-BE49-F238E27FC236}">
                <a16:creationId xmlns="" xmlns:a16="http://schemas.microsoft.com/office/drawing/2014/main" id="{6BE97C72-D8CA-68DE-D472-9EA9796AE93C}"/>
              </a:ext>
            </a:extLst>
          </p:cNvPr>
          <p:cNvSpPr>
            <a:spLocks noGrp="1"/>
          </p:cNvSpPr>
          <p:nvPr>
            <p:ph type="title"/>
          </p:nvPr>
        </p:nvSpPr>
        <p:spPr>
          <a:xfrm>
            <a:off x="514881" y="2918787"/>
            <a:ext cx="5009147" cy="1325563"/>
          </a:xfrm>
        </p:spPr>
        <p:txBody>
          <a:bodyPr>
            <a:normAutofit/>
          </a:bodyPr>
          <a:lstStyle/>
          <a:p>
            <a:r>
              <a:rPr lang="en-US" sz="5400" dirty="0">
                <a:solidFill>
                  <a:schemeClr val="tx1">
                    <a:lumMod val="95000"/>
                  </a:schemeClr>
                </a:solidFill>
                <a:ea typeface="+mj-lt"/>
                <a:cs typeface="+mj-lt"/>
              </a:rPr>
              <a:t>Conclusion</a:t>
            </a:r>
            <a:endParaRPr lang="en-US" sz="5400" dirty="0">
              <a:solidFill>
                <a:schemeClr val="tx1">
                  <a:lumMod val="95000"/>
                </a:schemeClr>
              </a:solidFill>
            </a:endParaRPr>
          </a:p>
        </p:txBody>
      </p:sp>
      <p:sp>
        <p:nvSpPr>
          <p:cNvPr id="2" name="Rectangle 1"/>
          <p:cNvSpPr/>
          <p:nvPr/>
        </p:nvSpPr>
        <p:spPr>
          <a:xfrm>
            <a:off x="6817259" y="1475715"/>
            <a:ext cx="4567021" cy="3694295"/>
          </a:xfrm>
          <a:prstGeom prst="rect">
            <a:avLst/>
          </a:prstGeom>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 college management system is an indispensable tool for modern educational institutions seeking to optimize their operations, enhance student experiences, and achieve academic excellence. Its implementation leads to increased efficiency, transparency, and communication while supporting data-driven decision-making and fostering a conducive learning environment.</a:t>
            </a:r>
            <a:endParaRPr lang="en-IN" dirty="0"/>
          </a:p>
        </p:txBody>
      </p:sp>
    </p:spTree>
    <p:extLst>
      <p:ext uri="{BB962C8B-B14F-4D97-AF65-F5344CB8AC3E}">
        <p14:creationId xmlns:p14="http://schemas.microsoft.com/office/powerpoint/2010/main" val="44507069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E02A013C-58D4-443C-8EA6-4B648A14ED4C}"/>
              </a:ext>
            </a:extLst>
          </p:cNvPr>
          <p:cNvSpPr>
            <a:spLocks noGrp="1"/>
          </p:cNvSpPr>
          <p:nvPr>
            <p:ph type="sldNum" sz="quarter" idx="13"/>
          </p:nvPr>
        </p:nvSpPr>
        <p:spPr>
          <a:xfrm>
            <a:off x="10469880" y="320040"/>
            <a:ext cx="914400" cy="320040"/>
          </a:xfrm>
        </p:spPr>
        <p:txBody>
          <a:bodyPr vert="horz" lIns="91440" tIns="45720" rIns="91440" bIns="45720" rtlCol="0" anchor="ctr">
            <a:normAutofit/>
          </a:bodyPr>
          <a:lstStyle/>
          <a:p>
            <a:pPr defTabSz="457200">
              <a:spcAft>
                <a:spcPts val="600"/>
              </a:spcAft>
            </a:pPr>
            <a:fld id="{294A09A9-5501-47C1-A89A-A340965A2BE2}" type="slidenum">
              <a:rPr lang="en-US" kern="1200" dirty="0">
                <a:solidFill>
                  <a:schemeClr val="tx1">
                    <a:tint val="75000"/>
                  </a:schemeClr>
                </a:solidFill>
                <a:latin typeface="+mn-lt"/>
                <a:ea typeface="+mn-ea"/>
                <a:cs typeface="+mn-cs"/>
              </a:rPr>
              <a:pPr defTabSz="457200">
                <a:spcAft>
                  <a:spcPts val="600"/>
                </a:spcAft>
              </a:pPr>
              <a:t>16</a:t>
            </a:fld>
            <a:endParaRPr lang="en-US" kern="1200" dirty="0">
              <a:solidFill>
                <a:schemeClr val="tx1">
                  <a:tint val="75000"/>
                </a:schemeClr>
              </a:solidFill>
              <a:latin typeface="+mn-lt"/>
              <a:ea typeface="+mn-ea"/>
              <a:cs typeface="+mn-cs"/>
            </a:endParaRPr>
          </a:p>
        </p:txBody>
      </p:sp>
      <p:pic>
        <p:nvPicPr>
          <p:cNvPr id="10" name="Picture 9" descr="A yellow smiley face holding a sign&#10;&#10;Description automatically generated">
            <a:extLst>
              <a:ext uri="{FF2B5EF4-FFF2-40B4-BE49-F238E27FC236}">
                <a16:creationId xmlns="" xmlns:a16="http://schemas.microsoft.com/office/drawing/2014/main" id="{EE5D0912-B0ED-6870-BAD6-15F076BD0F66}"/>
              </a:ext>
            </a:extLst>
          </p:cNvPr>
          <p:cNvPicPr>
            <a:picLocks noChangeAspect="1"/>
          </p:cNvPicPr>
          <p:nvPr/>
        </p:nvPicPr>
        <p:blipFill>
          <a:blip r:embed="rId2"/>
          <a:stretch>
            <a:fillRect/>
          </a:stretch>
        </p:blipFill>
        <p:spPr>
          <a:xfrm>
            <a:off x="3310466" y="643466"/>
            <a:ext cx="5571067" cy="5571067"/>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ferenceId xmlns="476917c7-e49d-4864-9463-041d96cbc89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216F63831267498842D7B8F2C58816" ma:contentTypeVersion="8" ma:contentTypeDescription="Create a new document." ma:contentTypeScope="" ma:versionID="631b0ae8ed565027f52b8484207ba331">
  <xsd:schema xmlns:xsd="http://www.w3.org/2001/XMLSchema" xmlns:xs="http://www.w3.org/2001/XMLSchema" xmlns:p="http://schemas.microsoft.com/office/2006/metadata/properties" xmlns:ns2="476917c7-e49d-4864-9463-041d96cbc894" targetNamespace="http://schemas.microsoft.com/office/2006/metadata/properties" ma:root="true" ma:fieldsID="781fa125cedface69a02002f72436018" ns2:_="">
    <xsd:import namespace="476917c7-e49d-4864-9463-041d96cbc894"/>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ObjectDetectorVersions" minOccurs="0"/>
                <xsd:element ref="ns2:MediaServiceSearchPropertie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6917c7-e49d-4864-9463-041d96cbc894"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7481B2-61F1-4998-A5FC-37E947E1DE75}">
  <ds:schemaRefs>
    <ds:schemaRef ds:uri="http://schemas.microsoft.com/office/2006/documentManagement/types"/>
    <ds:schemaRef ds:uri="http://purl.org/dc/dcmitype/"/>
    <ds:schemaRef ds:uri="476917c7-e49d-4864-9463-041d96cbc894"/>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8D9B3973-566C-40F5-9A4F-DB750741B1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6917c7-e49d-4864-9463-041d96cbc8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1D1A41-01F0-4C5C-80FC-D7734A9F3A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TM44613219</Template>
  <TotalTime>305</TotalTime>
  <Words>340</Words>
  <Application>Microsoft Office PowerPoint</Application>
  <PresentationFormat>Widescreen</PresentationFormat>
  <Paragraphs>52</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Rockwell</vt:lpstr>
      <vt:lpstr>Wingdings</vt:lpstr>
      <vt:lpstr>Atlas</vt:lpstr>
      <vt:lpstr>COLLEGE MANAGEMENT SYSTEM </vt:lpstr>
      <vt:lpstr>INTRODUCTION</vt:lpstr>
      <vt:lpstr>Database Design</vt:lpstr>
      <vt:lpstr>PowerPoint Presentation</vt:lpstr>
      <vt:lpstr>Functionality overview</vt:lpstr>
      <vt:lpstr>PowerPoint Presentation</vt:lpstr>
      <vt:lpstr>PowerPoint Presentation</vt:lpstr>
      <vt:lpstr>PowerPoint Presentation</vt:lpstr>
      <vt:lpstr>PowerPoint Presentation</vt:lpstr>
      <vt:lpstr>PowerPoint Presentation</vt:lpstr>
      <vt:lpstr>PowerPoint Presentation</vt:lpstr>
      <vt:lpstr>    -User Interface: Interfaces for Students, Faculty and Administrators to interact with the system.     -Database Layer Handles data storage, retrieval, and manipulation using SQL queries.     - Business Logic Layer: Implements the logic for various functionalities such as enrollment, grading, etc.     - ecurity Layer: Manages user authentication, authorization, and data encryption. </vt:lpstr>
      <vt:lpstr>PowerPoint Presentation</vt:lpstr>
      <vt:lpstr>Challenges and Future Enhancements</vt:lpstr>
      <vt:lpstr>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student</dc:creator>
  <cp:lastModifiedBy>jsc</cp:lastModifiedBy>
  <cp:revision>415</cp:revision>
  <dcterms:created xsi:type="dcterms:W3CDTF">2024-03-10T09:04:14Z</dcterms:created>
  <dcterms:modified xsi:type="dcterms:W3CDTF">2026-01-07T08:11:03Z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0x010100F0216F63831267498842D7B8F2C58816</vt:lpwstr>
  </property>
</Properties>
</file>